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3" r:id="rId10"/>
    <p:sldId id="271" r:id="rId11"/>
    <p:sldId id="274" r:id="rId12"/>
    <p:sldId id="272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8" r:id="rId22"/>
    <p:sldId id="289" r:id="rId23"/>
    <p:sldId id="285" r:id="rId24"/>
    <p:sldId id="286" r:id="rId25"/>
    <p:sldId id="287" r:id="rId26"/>
    <p:sldId id="290" r:id="rId27"/>
    <p:sldId id="291" r:id="rId2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958695-FE59-4440-BFEE-543E22FDB6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0608C1-73FD-44AF-8C47-936223521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ABB134-4C37-4D08-99DB-D51374799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D1D-B513-4CFC-8838-DA4F1D858959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7A9071-2DE1-4728-A139-A006A3281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3A5955-7BE2-4C32-B7DD-06D14591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58460-E586-4200-B6D2-BEDE185807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794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647DA-C035-4994-AA10-970E35EC2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B3B5DB-F644-45EB-9F86-F67381117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5AEA04-5883-4457-B641-753137604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D1D-B513-4CFC-8838-DA4F1D858959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D9B12D-EEB0-4CF6-A184-9EEC3787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52EEC2-B106-41C1-9DEA-504D717F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58460-E586-4200-B6D2-BEDE185807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533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C704E-EDBF-42F6-B49D-187E8DBC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204450-2C47-4AC2-939D-0D7ED4233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A6B68B-B2C3-4EF7-A15D-A45D66E2E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D1D-B513-4CFC-8838-DA4F1D858959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ABCAFD-0E1B-4D3C-B094-B7B0F92A8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52787A-9C06-418D-A156-0045CB581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58460-E586-4200-B6D2-BEDE185807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4970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2FF4B-F584-412A-9DBE-67299055C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51430D-17C7-4E94-827E-38135B918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19E4F5-656E-49DA-BC3A-9075FDC71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C84D9A-8DE5-4D30-88C6-B87C92AE5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D1D-B513-4CFC-8838-DA4F1D858959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74CC82-E510-4086-994D-1497B8B41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6B4807-0B4A-494F-A2AE-1C9A5B7C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58460-E586-4200-B6D2-BEDE185807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74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7804D-8DAF-4BDD-96D7-D17476D0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6E8509-6E37-474F-9852-19623E298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B7712B-8A17-4A2C-A0E1-E63D96B8DF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DA0A1CC-8BD4-4A61-8FD9-897E7A4EF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27B66CF-87C7-46BE-B126-2A67E199F4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CC7D226-BC70-42E8-96CA-9A5EB8FE2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D1D-B513-4CFC-8838-DA4F1D858959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9B75E5-202D-4493-8AD0-FA9A78FFF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81B7D1A-F0D0-4F4C-9A24-8263C5D7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58460-E586-4200-B6D2-BEDE185807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9416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EAE4F-7A59-48EA-BC9A-97D38343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E5985E9-A434-43EE-831B-E587B674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D1D-B513-4CFC-8838-DA4F1D858959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4E61D6-1008-4E33-B13E-D937D999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A7B2AC8-548B-4B66-9BBB-9DD5C4B3C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58460-E586-4200-B6D2-BEDE185807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388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7AF01D7-7A86-4C2B-BE17-0939A0C3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D1D-B513-4CFC-8838-DA4F1D858959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72EF9E-DA3A-4739-896F-3119578B6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BF339D-CE56-4B76-997F-62ED82A5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58460-E586-4200-B6D2-BEDE185807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512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9D091-5011-4B44-B54E-67B106F51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4F6521-E92F-41C4-88F1-9F12D6E98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22D96E-79CE-44B4-9A61-5572BD262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9A10B3-B4A9-437B-875F-92E41F31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D1D-B513-4CFC-8838-DA4F1D858959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E3FE49-5122-4A41-9F15-4CA5FBED4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8E82C0-30DE-42C8-8D92-9EB95EA7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58460-E586-4200-B6D2-BEDE185807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3821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332AF-0011-437E-AE59-9375E8771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40A92EE-03F3-4D6F-8201-185D2C836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E4D731-DFCB-4BE2-BB64-7B401C954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8EA5F8-4708-4CC4-8B41-DAE8F02E8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D1D-B513-4CFC-8838-DA4F1D858959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FED642-8B6D-4250-8F01-72F03BF0E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C1B372-2A85-4C6B-A91F-B6C8D94AC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58460-E586-4200-B6D2-BEDE185807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0639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B74986-4F27-48AF-91AF-81E86F20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CDD639E-06C2-4871-A719-A29FB853E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2B0960-AFEE-464B-AD79-82CAF3ED3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D1D-B513-4CFC-8838-DA4F1D858959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38D2B5-9CBC-4A76-8A3C-57E08D88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ABE2EF-2E1E-4EE4-8BC6-881D25AB2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58460-E586-4200-B6D2-BEDE185807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8120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032E21-5AA0-4835-9658-7910ED647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CC409C-F91E-42DD-B92C-6264D3D89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6D568F-60AA-4123-881D-32D79218D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D1D-B513-4CFC-8838-DA4F1D858959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2EE73C-B5E4-4D0B-93C8-277B3A8F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758D39-A0B6-4901-A754-D46B3499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58460-E586-4200-B6D2-BEDE185807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8372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363BBD-724A-45B9-8F18-820FEF2D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8AB605-FF3F-4343-BE1E-F63450CD3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92022D-22AE-4D33-96D7-C45F91553E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39D1D-B513-4CFC-8838-DA4F1D858959}" type="datetimeFigureOut">
              <a:rPr lang="es-CO" smtClean="0"/>
              <a:t>19/11/2025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2FE9F8-E86E-44C3-B535-011BF30FD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A44FEA-2750-411F-B5D6-A2EA92FE4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58460-E586-4200-B6D2-BEDE185807C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992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sara_mtnz@sena.ed.co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Carl.p@Gmail.com" TargetMode="External"/><Relationship Id="rId2" Type="http://schemas.openxmlformats.org/officeDocument/2006/relationships/hyperlink" Target="mailto:Ana.18@Gmail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Mo.23@Gmail.com" TargetMode="External"/><Relationship Id="rId5" Type="http://schemas.openxmlformats.org/officeDocument/2006/relationships/hyperlink" Target="mailto:Lau.n@Gmail.com" TargetMode="External"/><Relationship Id="rId4" Type="http://schemas.openxmlformats.org/officeDocument/2006/relationships/hyperlink" Target="mailto:Ric.10@Gmail.com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Ana.18@Gmail.com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255493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5" y="544605"/>
            <a:ext cx="4666130" cy="55939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4791635" y="1099529"/>
            <a:ext cx="2608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3200" dirty="0">
                <a:latin typeface="Arial Black" panose="020B0A04020102020204" pitchFamily="34" charset="0"/>
              </a:rPr>
              <a:t>MINDSOFI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666130" y="1468861"/>
            <a:ext cx="3126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Inicia sesión para continuar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293CB-26B9-40CC-A760-68E1448EA47D}"/>
              </a:ext>
            </a:extLst>
          </p:cNvPr>
          <p:cNvSpPr txBox="1"/>
          <p:nvPr/>
        </p:nvSpPr>
        <p:spPr>
          <a:xfrm>
            <a:off x="4074459" y="2232445"/>
            <a:ext cx="2259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Usuario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4074459" y="3393773"/>
            <a:ext cx="2729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Contraseña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274D409-3B8B-4151-8002-80E09FBB9032}"/>
              </a:ext>
            </a:extLst>
          </p:cNvPr>
          <p:cNvSpPr/>
          <p:nvPr/>
        </p:nvSpPr>
        <p:spPr>
          <a:xfrm>
            <a:off x="4074459" y="2707930"/>
            <a:ext cx="3610536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CEC4A72-C309-4220-A53E-1BB1C4F9F7E8}"/>
              </a:ext>
            </a:extLst>
          </p:cNvPr>
          <p:cNvSpPr/>
          <p:nvPr/>
        </p:nvSpPr>
        <p:spPr>
          <a:xfrm>
            <a:off x="4074459" y="3894950"/>
            <a:ext cx="3610536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B926F13-040A-470A-BCEA-DB61ADE0A00A}"/>
              </a:ext>
            </a:extLst>
          </p:cNvPr>
          <p:cNvSpPr/>
          <p:nvPr/>
        </p:nvSpPr>
        <p:spPr>
          <a:xfrm>
            <a:off x="4666130" y="4719918"/>
            <a:ext cx="2864223" cy="5244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Ingresar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13BBEC1-2729-4443-A8C8-B68107483C48}"/>
              </a:ext>
            </a:extLst>
          </p:cNvPr>
          <p:cNvSpPr txBox="1"/>
          <p:nvPr/>
        </p:nvSpPr>
        <p:spPr>
          <a:xfrm>
            <a:off x="4074459" y="5553635"/>
            <a:ext cx="4020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¿No tienes una cuenta? </a:t>
            </a:r>
            <a:r>
              <a:rPr lang="es-CO" u="sng" dirty="0">
                <a:solidFill>
                  <a:schemeClr val="accent1">
                    <a:lumMod val="50000"/>
                  </a:schemeClr>
                </a:solidFill>
              </a:rPr>
              <a:t>Regístrate aquí </a:t>
            </a:r>
          </a:p>
        </p:txBody>
      </p:sp>
    </p:spTree>
    <p:extLst>
      <p:ext uri="{BB962C8B-B14F-4D97-AF65-F5344CB8AC3E}">
        <p14:creationId xmlns:p14="http://schemas.microsoft.com/office/powerpoint/2010/main" val="2079703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94128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Aprendiz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585447" y="393609"/>
            <a:ext cx="705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Bienvenido a tu Portal Juan Gutiérrez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293CB-26B9-40CC-A760-68E1448EA47D}"/>
              </a:ext>
            </a:extLst>
          </p:cNvPr>
          <p:cNvSpPr txBox="1"/>
          <p:nvPr/>
        </p:nvSpPr>
        <p:spPr>
          <a:xfrm>
            <a:off x="537883" y="1707445"/>
            <a:ext cx="340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📖Mi Programa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13BBEC1-2729-4443-A8C8-B68107483C48}"/>
              </a:ext>
            </a:extLst>
          </p:cNvPr>
          <p:cNvSpPr txBox="1"/>
          <p:nvPr/>
        </p:nvSpPr>
        <p:spPr>
          <a:xfrm>
            <a:off x="4446494" y="1178563"/>
            <a:ext cx="733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Selecciona una opción del menú para consultar tu información académica </a:t>
            </a:r>
            <a:r>
              <a:rPr lang="es-CO" u="sng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🗃️Mi ficha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14138E9-3388-40E0-AEE0-944BDCF1F7CA}"/>
              </a:ext>
            </a:extLst>
          </p:cNvPr>
          <p:cNvSpPr txBox="1"/>
          <p:nvPr/>
        </p:nvSpPr>
        <p:spPr>
          <a:xfrm>
            <a:off x="544883" y="333491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👥Mis Instructores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0E0A57-C8A4-4BE4-A734-A3CC52646C5F}"/>
              </a:ext>
            </a:extLst>
          </p:cNvPr>
          <p:cNvSpPr txBox="1"/>
          <p:nvPr/>
        </p:nvSpPr>
        <p:spPr>
          <a:xfrm>
            <a:off x="544884" y="375874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👜Cursos Complementarios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44884" y="418257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AC18EEE3-0CD1-4D10-97D9-6A42AAF9F328}"/>
              </a:ext>
            </a:extLst>
          </p:cNvPr>
          <p:cNvSpPr/>
          <p:nvPr/>
        </p:nvSpPr>
        <p:spPr>
          <a:xfrm rot="10800000">
            <a:off x="7288306" y="2908948"/>
            <a:ext cx="1303526" cy="425971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</p:spTree>
    <p:extLst>
      <p:ext uri="{BB962C8B-B14F-4D97-AF65-F5344CB8AC3E}">
        <p14:creationId xmlns:p14="http://schemas.microsoft.com/office/powerpoint/2010/main" val="2732743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9155" y="158268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403412" y="393609"/>
            <a:ext cx="3398742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Aprendiz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293CB-26B9-40CC-A760-68E1448EA47D}"/>
              </a:ext>
            </a:extLst>
          </p:cNvPr>
          <p:cNvSpPr txBox="1"/>
          <p:nvPr/>
        </p:nvSpPr>
        <p:spPr>
          <a:xfrm>
            <a:off x="537883" y="1747786"/>
            <a:ext cx="326427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📖Mi Programa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🗃️Mi ficha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14138E9-3388-40E0-AEE0-944BDCF1F7CA}"/>
              </a:ext>
            </a:extLst>
          </p:cNvPr>
          <p:cNvSpPr txBox="1"/>
          <p:nvPr/>
        </p:nvSpPr>
        <p:spPr>
          <a:xfrm>
            <a:off x="544883" y="333491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👥Mis Instructores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0E0A57-C8A4-4BE4-A734-A3CC52646C5F}"/>
              </a:ext>
            </a:extLst>
          </p:cNvPr>
          <p:cNvSpPr txBox="1"/>
          <p:nvPr/>
        </p:nvSpPr>
        <p:spPr>
          <a:xfrm>
            <a:off x="544884" y="375874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👜Cursos Complementarios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44884" y="418257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567B2C0-3A26-4E0C-BCA2-AE49CC50D3DB}"/>
              </a:ext>
            </a:extLst>
          </p:cNvPr>
          <p:cNvSpPr/>
          <p:nvPr/>
        </p:nvSpPr>
        <p:spPr>
          <a:xfrm>
            <a:off x="3932420" y="393609"/>
            <a:ext cx="7811344" cy="4770062"/>
          </a:xfrm>
          <a:prstGeom prst="round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D8ACCB6-1341-4AFF-9289-ABF3736C0D69}"/>
              </a:ext>
            </a:extLst>
          </p:cNvPr>
          <p:cNvCxnSpPr/>
          <p:nvPr/>
        </p:nvCxnSpPr>
        <p:spPr>
          <a:xfrm>
            <a:off x="3997414" y="1060916"/>
            <a:ext cx="7681356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2B26039B-66F8-49EB-BDBE-DC77F5F121D7}"/>
              </a:ext>
            </a:extLst>
          </p:cNvPr>
          <p:cNvSpPr txBox="1"/>
          <p:nvPr/>
        </p:nvSpPr>
        <p:spPr>
          <a:xfrm>
            <a:off x="4542304" y="563586"/>
            <a:ext cx="4225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Mi Programa de Formación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68D427-00E0-4834-A640-7F301E65D02C}"/>
              </a:ext>
            </a:extLst>
          </p:cNvPr>
          <p:cNvSpPr txBox="1"/>
          <p:nvPr/>
        </p:nvSpPr>
        <p:spPr>
          <a:xfrm>
            <a:off x="4289612" y="1195228"/>
            <a:ext cx="3711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chemeClr val="accent6">
                    <a:lumMod val="75000"/>
                  </a:schemeClr>
                </a:solidFill>
              </a:rPr>
              <a:t>Análisis y Desarrollo de Software 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E54ECCA-5561-4062-8245-F7593FEDB6A0}"/>
              </a:ext>
            </a:extLst>
          </p:cNvPr>
          <p:cNvSpPr/>
          <p:nvPr/>
        </p:nvSpPr>
        <p:spPr>
          <a:xfrm>
            <a:off x="8659905" y="1886494"/>
            <a:ext cx="2879634" cy="23802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38ED22C-0BBF-4A6E-AB7C-26479C4E0F32}"/>
              </a:ext>
            </a:extLst>
          </p:cNvPr>
          <p:cNvSpPr txBox="1"/>
          <p:nvPr/>
        </p:nvSpPr>
        <p:spPr>
          <a:xfrm>
            <a:off x="4154573" y="1614697"/>
            <a:ext cx="44582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100" dirty="0"/>
              <a:t>"</a:t>
            </a:r>
            <a:r>
              <a:rPr lang="es-CO" sz="1100" dirty="0" err="1"/>
              <a:t>Lorem</a:t>
            </a:r>
            <a:r>
              <a:rPr lang="es-CO" sz="1100" dirty="0"/>
              <a:t> </a:t>
            </a:r>
            <a:r>
              <a:rPr lang="es-CO" sz="1100" dirty="0" err="1"/>
              <a:t>ipsum</a:t>
            </a:r>
            <a:r>
              <a:rPr lang="es-CO" sz="1100" dirty="0"/>
              <a:t> dolor </a:t>
            </a:r>
            <a:r>
              <a:rPr lang="es-CO" sz="1100" dirty="0" err="1"/>
              <a:t>sit</a:t>
            </a:r>
            <a:r>
              <a:rPr lang="es-CO" sz="1100" dirty="0"/>
              <a:t> </a:t>
            </a:r>
            <a:r>
              <a:rPr lang="es-CO" sz="1100" dirty="0" err="1"/>
              <a:t>amet</a:t>
            </a:r>
            <a:r>
              <a:rPr lang="es-CO" sz="1100" dirty="0"/>
              <a:t>, </a:t>
            </a:r>
            <a:r>
              <a:rPr lang="es-CO" sz="1100" dirty="0" err="1"/>
              <a:t>consectetur</a:t>
            </a:r>
            <a:r>
              <a:rPr lang="es-CO" sz="1100" dirty="0"/>
              <a:t> </a:t>
            </a:r>
            <a:r>
              <a:rPr lang="es-CO" sz="1100" dirty="0" err="1"/>
              <a:t>adipiscing</a:t>
            </a:r>
            <a:r>
              <a:rPr lang="es-CO" sz="1100" dirty="0"/>
              <a:t> </a:t>
            </a:r>
            <a:r>
              <a:rPr lang="es-CO" sz="1100" dirty="0" err="1"/>
              <a:t>elit</a:t>
            </a:r>
            <a:r>
              <a:rPr lang="es-CO" sz="1100" dirty="0"/>
              <a:t>, sed do </a:t>
            </a:r>
            <a:r>
              <a:rPr lang="es-CO" sz="1100" dirty="0" err="1"/>
              <a:t>eiusmod</a:t>
            </a:r>
            <a:r>
              <a:rPr lang="es-CO" sz="1100" dirty="0"/>
              <a:t> </a:t>
            </a:r>
            <a:r>
              <a:rPr lang="es-CO" sz="1100" dirty="0" err="1"/>
              <a:t>tempor</a:t>
            </a:r>
            <a:r>
              <a:rPr lang="es-CO" sz="1100" dirty="0"/>
              <a:t> </a:t>
            </a:r>
            <a:r>
              <a:rPr lang="es-CO" sz="1100" dirty="0" err="1"/>
              <a:t>incididunt</a:t>
            </a:r>
            <a:r>
              <a:rPr lang="es-CO" sz="1100" dirty="0"/>
              <a:t> ut labore et </a:t>
            </a:r>
            <a:r>
              <a:rPr lang="es-CO" sz="1100" dirty="0" err="1"/>
              <a:t>dolore</a:t>
            </a:r>
            <a:r>
              <a:rPr lang="es-CO" sz="1100" dirty="0"/>
              <a:t> magna </a:t>
            </a:r>
            <a:r>
              <a:rPr lang="es-CO" sz="1100" dirty="0" err="1"/>
              <a:t>aliqua</a:t>
            </a:r>
            <a:r>
              <a:rPr lang="es-CO" sz="1100" dirty="0"/>
              <a:t>. Ut </a:t>
            </a:r>
            <a:r>
              <a:rPr lang="es-CO" sz="1100" dirty="0" err="1"/>
              <a:t>enim</a:t>
            </a:r>
            <a:r>
              <a:rPr lang="es-CO" sz="1100" dirty="0"/>
              <a:t> ad </a:t>
            </a:r>
            <a:r>
              <a:rPr lang="es-CO" sz="1100" dirty="0" err="1"/>
              <a:t>minim</a:t>
            </a:r>
            <a:r>
              <a:rPr lang="es-CO" sz="1100" dirty="0"/>
              <a:t> </a:t>
            </a:r>
            <a:r>
              <a:rPr lang="es-CO" sz="1100" dirty="0" err="1"/>
              <a:t>veniam</a:t>
            </a:r>
            <a:r>
              <a:rPr lang="es-CO" sz="1100" dirty="0"/>
              <a:t>, </a:t>
            </a:r>
            <a:r>
              <a:rPr lang="es-CO" sz="1100" dirty="0" err="1"/>
              <a:t>quis</a:t>
            </a:r>
            <a:r>
              <a:rPr lang="es-CO" sz="1100" dirty="0"/>
              <a:t> </a:t>
            </a:r>
            <a:r>
              <a:rPr lang="es-CO" sz="1100" dirty="0" err="1"/>
              <a:t>nostrud</a:t>
            </a:r>
            <a:r>
              <a:rPr lang="es-CO" sz="1100" dirty="0"/>
              <a:t> </a:t>
            </a:r>
            <a:r>
              <a:rPr lang="es-CO" sz="1100" dirty="0" err="1"/>
              <a:t>exercitation</a:t>
            </a:r>
            <a:r>
              <a:rPr lang="es-CO" sz="1100" dirty="0"/>
              <a:t> </a:t>
            </a:r>
            <a:r>
              <a:rPr lang="es-CO" sz="1100" dirty="0" err="1"/>
              <a:t>ullamco</a:t>
            </a:r>
            <a:r>
              <a:rPr lang="es-CO" sz="1100" dirty="0"/>
              <a:t> </a:t>
            </a:r>
            <a:r>
              <a:rPr lang="es-CO" sz="1100" dirty="0" err="1"/>
              <a:t>laboris</a:t>
            </a:r>
            <a:r>
              <a:rPr lang="es-CO" sz="1100" dirty="0"/>
              <a:t> </a:t>
            </a:r>
            <a:r>
              <a:rPr lang="es-CO" sz="1100" dirty="0" err="1"/>
              <a:t>nisi</a:t>
            </a:r>
            <a:r>
              <a:rPr lang="es-CO" sz="1100" dirty="0"/>
              <a:t> ut </a:t>
            </a:r>
            <a:r>
              <a:rPr lang="es-CO" sz="1100" dirty="0" err="1"/>
              <a:t>aliquip</a:t>
            </a:r>
            <a:r>
              <a:rPr lang="es-CO" sz="1100" dirty="0"/>
              <a:t> ex </a:t>
            </a:r>
            <a:r>
              <a:rPr lang="es-CO" sz="1100" dirty="0" err="1"/>
              <a:t>ea</a:t>
            </a:r>
            <a:r>
              <a:rPr lang="es-CO" sz="1100" dirty="0"/>
              <a:t> commodo </a:t>
            </a:r>
            <a:r>
              <a:rPr lang="es-CO" sz="1100" dirty="0" err="1"/>
              <a:t>consequat</a:t>
            </a:r>
            <a:r>
              <a:rPr lang="es-CO" sz="1100" dirty="0"/>
              <a:t>. </a:t>
            </a:r>
            <a:r>
              <a:rPr lang="es-CO" sz="1100" dirty="0" err="1"/>
              <a:t>Duis</a:t>
            </a:r>
            <a:r>
              <a:rPr lang="es-CO" sz="1100" dirty="0"/>
              <a:t> </a:t>
            </a:r>
            <a:r>
              <a:rPr lang="es-CO" sz="1100" dirty="0" err="1"/>
              <a:t>aute</a:t>
            </a:r>
            <a:r>
              <a:rPr lang="es-CO" sz="1100" dirty="0"/>
              <a:t> </a:t>
            </a:r>
            <a:r>
              <a:rPr lang="es-CO" sz="1100" dirty="0" err="1"/>
              <a:t>irure</a:t>
            </a:r>
            <a:r>
              <a:rPr lang="es-CO" sz="1100" dirty="0"/>
              <a:t> dolor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D0D07BC-EE07-4ABA-9BCD-9EE9CCBA3423}"/>
              </a:ext>
            </a:extLst>
          </p:cNvPr>
          <p:cNvSpPr txBox="1"/>
          <p:nvPr/>
        </p:nvSpPr>
        <p:spPr>
          <a:xfrm>
            <a:off x="4154573" y="2473261"/>
            <a:ext cx="332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Competencias del Programa 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B9E5B5D4-A92D-4E9A-9A2E-D20C6B6959AB}"/>
              </a:ext>
            </a:extLst>
          </p:cNvPr>
          <p:cNvCxnSpPr/>
          <p:nvPr/>
        </p:nvCxnSpPr>
        <p:spPr>
          <a:xfrm>
            <a:off x="4289612" y="2847085"/>
            <a:ext cx="4323227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E4CF5B9F-5A74-44C1-AB63-A29D0569699F}"/>
              </a:ext>
            </a:extLst>
          </p:cNvPr>
          <p:cNvCxnSpPr/>
          <p:nvPr/>
        </p:nvCxnSpPr>
        <p:spPr>
          <a:xfrm>
            <a:off x="4299698" y="3235928"/>
            <a:ext cx="4323227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986D7A8C-B549-422D-9706-33096D9498CE}"/>
              </a:ext>
            </a:extLst>
          </p:cNvPr>
          <p:cNvCxnSpPr/>
          <p:nvPr/>
        </p:nvCxnSpPr>
        <p:spPr>
          <a:xfrm>
            <a:off x="4336678" y="3657564"/>
            <a:ext cx="4323227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1DA3047-CC50-4143-8B4F-27A0E6F09B44}"/>
              </a:ext>
            </a:extLst>
          </p:cNvPr>
          <p:cNvCxnSpPr/>
          <p:nvPr/>
        </p:nvCxnSpPr>
        <p:spPr>
          <a:xfrm>
            <a:off x="4336678" y="4128081"/>
            <a:ext cx="4323227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E4FF6C5-0AE9-4B33-A689-322A2491A230}"/>
              </a:ext>
            </a:extLst>
          </p:cNvPr>
          <p:cNvSpPr txBox="1"/>
          <p:nvPr/>
        </p:nvSpPr>
        <p:spPr>
          <a:xfrm>
            <a:off x="4289612" y="2863440"/>
            <a:ext cx="3664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 ✅ Diseñar paginas web 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B51F2E6-CFCF-46EC-8408-19177C985788}"/>
              </a:ext>
            </a:extLst>
          </p:cNvPr>
          <p:cNvSpPr txBox="1"/>
          <p:nvPr/>
        </p:nvSpPr>
        <p:spPr>
          <a:xfrm>
            <a:off x="4325190" y="3325051"/>
            <a:ext cx="3664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✅ Construcción de software 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591D929-A638-4EC2-8EC6-EA6E173949A9}"/>
              </a:ext>
            </a:extLst>
          </p:cNvPr>
          <p:cNvSpPr txBox="1"/>
          <p:nvPr/>
        </p:nvSpPr>
        <p:spPr>
          <a:xfrm>
            <a:off x="4336678" y="3782750"/>
            <a:ext cx="3664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✅Pruebas de funcionamiento  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9719216-E570-422A-AEA5-2BE6C83304DE}"/>
              </a:ext>
            </a:extLst>
          </p:cNvPr>
          <p:cNvSpPr txBox="1"/>
          <p:nvPr/>
        </p:nvSpPr>
        <p:spPr>
          <a:xfrm>
            <a:off x="8896211" y="2018656"/>
            <a:ext cx="130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Detalles</a:t>
            </a:r>
            <a:r>
              <a:rPr lang="es-CO" dirty="0"/>
              <a:t> 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877A5B3-C3E1-4F45-8FCC-BFEAA18EDFB6}"/>
              </a:ext>
            </a:extLst>
          </p:cNvPr>
          <p:cNvSpPr txBox="1"/>
          <p:nvPr/>
        </p:nvSpPr>
        <p:spPr>
          <a:xfrm>
            <a:off x="8720982" y="2414744"/>
            <a:ext cx="179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Código: 12356</a:t>
            </a:r>
            <a:r>
              <a:rPr lang="es-CO" dirty="0"/>
              <a:t> 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A6E7FE5-1C93-4756-8BA2-A3B434E5255D}"/>
              </a:ext>
            </a:extLst>
          </p:cNvPr>
          <p:cNvSpPr txBox="1"/>
          <p:nvPr/>
        </p:nvSpPr>
        <p:spPr>
          <a:xfrm>
            <a:off x="8747877" y="2815754"/>
            <a:ext cx="1304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Versión: 1</a:t>
            </a:r>
            <a:r>
              <a:rPr lang="es-CO" dirty="0"/>
              <a:t> 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A6CC7C3-179A-4425-8B22-D131003C184A}"/>
              </a:ext>
            </a:extLst>
          </p:cNvPr>
          <p:cNvSpPr txBox="1"/>
          <p:nvPr/>
        </p:nvSpPr>
        <p:spPr>
          <a:xfrm>
            <a:off x="8767482" y="3211842"/>
            <a:ext cx="179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Nivel: tecnólogo</a:t>
            </a:r>
            <a:r>
              <a:rPr lang="es-CO" dirty="0"/>
              <a:t>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89822E1-EA45-4A0C-BBC0-1039FFEEB751}"/>
              </a:ext>
            </a:extLst>
          </p:cNvPr>
          <p:cNvSpPr txBox="1"/>
          <p:nvPr/>
        </p:nvSpPr>
        <p:spPr>
          <a:xfrm>
            <a:off x="8777146" y="3630889"/>
            <a:ext cx="2195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Duración: 24 meses</a:t>
            </a:r>
            <a:endParaRPr lang="es-CO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71AE62D-F54B-4CE9-AA7C-C4A104B76CEA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</p:spTree>
    <p:extLst>
      <p:ext uri="{BB962C8B-B14F-4D97-AF65-F5344CB8AC3E}">
        <p14:creationId xmlns:p14="http://schemas.microsoft.com/office/powerpoint/2010/main" val="3364393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17843" y="194982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highlight>
                <a:srgbClr val="00FF00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Aprendiz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004138" y="430975"/>
            <a:ext cx="705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Información de mi ficha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293CB-26B9-40CC-A760-68E1448EA47D}"/>
              </a:ext>
            </a:extLst>
          </p:cNvPr>
          <p:cNvSpPr txBox="1"/>
          <p:nvPr/>
        </p:nvSpPr>
        <p:spPr>
          <a:xfrm>
            <a:off x="537883" y="1707445"/>
            <a:ext cx="340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📖Mi Programa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🗃️Mi ficha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14138E9-3388-40E0-AEE0-944BDCF1F7CA}"/>
              </a:ext>
            </a:extLst>
          </p:cNvPr>
          <p:cNvSpPr txBox="1"/>
          <p:nvPr/>
        </p:nvSpPr>
        <p:spPr>
          <a:xfrm>
            <a:off x="544883" y="333491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👥Mis Instructores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0E0A57-C8A4-4BE4-A734-A3CC52646C5F}"/>
              </a:ext>
            </a:extLst>
          </p:cNvPr>
          <p:cNvSpPr txBox="1"/>
          <p:nvPr/>
        </p:nvSpPr>
        <p:spPr>
          <a:xfrm>
            <a:off x="544884" y="375874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👜Cursos Complementarios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44884" y="418257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ADD6EEE-5DCF-4AB8-B1A1-721534C66921}"/>
              </a:ext>
            </a:extLst>
          </p:cNvPr>
          <p:cNvSpPr/>
          <p:nvPr/>
        </p:nvSpPr>
        <p:spPr>
          <a:xfrm>
            <a:off x="4004139" y="393609"/>
            <a:ext cx="7642977" cy="415830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C9BE512-460B-4C86-9EDD-57B5D53D5907}"/>
              </a:ext>
            </a:extLst>
          </p:cNvPr>
          <p:cNvCxnSpPr/>
          <p:nvPr/>
        </p:nvCxnSpPr>
        <p:spPr>
          <a:xfrm>
            <a:off x="4004139" y="1115778"/>
            <a:ext cx="7642977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: esquinas superiores, una redondeada y la otra cortada 17">
            <a:extLst>
              <a:ext uri="{FF2B5EF4-FFF2-40B4-BE49-F238E27FC236}">
                <a16:creationId xmlns:a16="http://schemas.microsoft.com/office/drawing/2014/main" id="{5D59E717-F0D4-49E2-BC44-461D9AF1A0EB}"/>
              </a:ext>
            </a:extLst>
          </p:cNvPr>
          <p:cNvSpPr/>
          <p:nvPr/>
        </p:nvSpPr>
        <p:spPr>
          <a:xfrm>
            <a:off x="5257800" y="1506072"/>
            <a:ext cx="4652682" cy="699242"/>
          </a:xfrm>
          <a:prstGeom prst="snipRound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CDEA1CE-BD0D-44F7-BDAD-655E0B50692E}"/>
              </a:ext>
            </a:extLst>
          </p:cNvPr>
          <p:cNvSpPr/>
          <p:nvPr/>
        </p:nvSpPr>
        <p:spPr>
          <a:xfrm>
            <a:off x="5261438" y="2215367"/>
            <a:ext cx="4652682" cy="2138086"/>
          </a:xfrm>
          <a:prstGeom prst="rect">
            <a:avLst/>
          </a:prstGeom>
          <a:solidFill>
            <a:srgbClr val="66FF99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59400FD-EFF6-4FAD-92FA-5941B3E05AEF}"/>
              </a:ext>
            </a:extLst>
          </p:cNvPr>
          <p:cNvSpPr txBox="1"/>
          <p:nvPr/>
        </p:nvSpPr>
        <p:spPr>
          <a:xfrm>
            <a:off x="6405420" y="1579593"/>
            <a:ext cx="2617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dirty="0"/>
              <a:t>Ficha #3175010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13BBEC1-2729-4443-A8C8-B68107483C48}"/>
              </a:ext>
            </a:extLst>
          </p:cNvPr>
          <p:cNvSpPr txBox="1"/>
          <p:nvPr/>
        </p:nvSpPr>
        <p:spPr>
          <a:xfrm>
            <a:off x="6095998" y="3641757"/>
            <a:ext cx="3411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accent1">
                    <a:lumMod val="50000"/>
                  </a:schemeClr>
                </a:solidFill>
              </a:rPr>
              <a:t>Haz clic para ver más detalles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7723739-7815-4C19-9816-E5DCB77AE9F2}"/>
              </a:ext>
            </a:extLst>
          </p:cNvPr>
          <p:cNvSpPr txBox="1"/>
          <p:nvPr/>
        </p:nvSpPr>
        <p:spPr>
          <a:xfrm>
            <a:off x="5957460" y="2278835"/>
            <a:ext cx="386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Análisis y Desarrollo de Software</a:t>
            </a:r>
            <a:r>
              <a:rPr lang="es-CO" dirty="0"/>
              <a:t>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045028E-2539-411D-9F98-7DA3A83B0F53}"/>
              </a:ext>
            </a:extLst>
          </p:cNvPr>
          <p:cNvSpPr txBox="1"/>
          <p:nvPr/>
        </p:nvSpPr>
        <p:spPr>
          <a:xfrm>
            <a:off x="5365518" y="3323608"/>
            <a:ext cx="4633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Inicio el 2023-02-01 y finalizara el 2024-03-04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FEDD918-1484-49DC-830C-4E8D5A484AFE}"/>
              </a:ext>
            </a:extLst>
          </p:cNvPr>
          <p:cNvSpPr txBox="1"/>
          <p:nvPr/>
        </p:nvSpPr>
        <p:spPr>
          <a:xfrm>
            <a:off x="6136339" y="2855160"/>
            <a:ext cx="94773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Diurna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B908426-CA9B-42D7-ABA0-B3CAEF3E72B1}"/>
              </a:ext>
            </a:extLst>
          </p:cNvPr>
          <p:cNvSpPr txBox="1"/>
          <p:nvPr/>
        </p:nvSpPr>
        <p:spPr>
          <a:xfrm>
            <a:off x="7533991" y="2841722"/>
            <a:ext cx="191978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👥30 aprendices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51E017A-61EF-476B-848A-4F1D96A3A05A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</p:spTree>
    <p:extLst>
      <p:ext uri="{BB962C8B-B14F-4D97-AF65-F5344CB8AC3E}">
        <p14:creationId xmlns:p14="http://schemas.microsoft.com/office/powerpoint/2010/main" val="2980109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68136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Aprendiz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004138" y="415077"/>
            <a:ext cx="705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Información General 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293CB-26B9-40CC-A760-68E1448EA47D}"/>
              </a:ext>
            </a:extLst>
          </p:cNvPr>
          <p:cNvSpPr txBox="1"/>
          <p:nvPr/>
        </p:nvSpPr>
        <p:spPr>
          <a:xfrm>
            <a:off x="537883" y="1707445"/>
            <a:ext cx="340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📖Mi Programa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🗃️Mi ficha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14138E9-3388-40E0-AEE0-944BDCF1F7CA}"/>
              </a:ext>
            </a:extLst>
          </p:cNvPr>
          <p:cNvSpPr txBox="1"/>
          <p:nvPr/>
        </p:nvSpPr>
        <p:spPr>
          <a:xfrm>
            <a:off x="544883" y="333491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👥Mis Instructores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0E0A57-C8A4-4BE4-A734-A3CC52646C5F}"/>
              </a:ext>
            </a:extLst>
          </p:cNvPr>
          <p:cNvSpPr txBox="1"/>
          <p:nvPr/>
        </p:nvSpPr>
        <p:spPr>
          <a:xfrm>
            <a:off x="544884" y="375874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👜Cursos Complementarios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44884" y="418257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D1DC08E-020F-4661-A07A-7B456C1E69D2}"/>
              </a:ext>
            </a:extLst>
          </p:cNvPr>
          <p:cNvSpPr/>
          <p:nvPr/>
        </p:nvSpPr>
        <p:spPr>
          <a:xfrm>
            <a:off x="3954693" y="291106"/>
            <a:ext cx="7710490" cy="2191871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832783B-24AF-444C-8DB1-E2728C212545}"/>
              </a:ext>
            </a:extLst>
          </p:cNvPr>
          <p:cNvSpPr/>
          <p:nvPr/>
        </p:nvSpPr>
        <p:spPr>
          <a:xfrm>
            <a:off x="3987329" y="2648656"/>
            <a:ext cx="7710490" cy="190325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B343115-6DDD-446D-B5CF-AE794E398245}"/>
              </a:ext>
            </a:extLst>
          </p:cNvPr>
          <p:cNvSpPr/>
          <p:nvPr/>
        </p:nvSpPr>
        <p:spPr>
          <a:xfrm>
            <a:off x="3987329" y="4717590"/>
            <a:ext cx="7710490" cy="175222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8F86E51-8083-499D-8770-EC468F21E4B3}"/>
              </a:ext>
            </a:extLst>
          </p:cNvPr>
          <p:cNvSpPr txBox="1"/>
          <p:nvPr/>
        </p:nvSpPr>
        <p:spPr>
          <a:xfrm>
            <a:off x="4009670" y="2651123"/>
            <a:ext cx="705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Competencias 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EC2C89C-B67F-4253-8FC7-1F7179B92117}"/>
              </a:ext>
            </a:extLst>
          </p:cNvPr>
          <p:cNvSpPr txBox="1"/>
          <p:nvPr/>
        </p:nvSpPr>
        <p:spPr>
          <a:xfrm>
            <a:off x="4004138" y="4695212"/>
            <a:ext cx="705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Horario de clases 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6925FA9-3719-4DD8-AE1F-10B0454F5A9A}"/>
              </a:ext>
            </a:extLst>
          </p:cNvPr>
          <p:cNvSpPr txBox="1"/>
          <p:nvPr/>
        </p:nvSpPr>
        <p:spPr>
          <a:xfrm>
            <a:off x="4004137" y="1062268"/>
            <a:ext cx="69283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100" dirty="0"/>
              <a:t>"</a:t>
            </a:r>
            <a:r>
              <a:rPr lang="es-CO" sz="1500" dirty="0" err="1"/>
              <a:t>Lorem</a:t>
            </a:r>
            <a:r>
              <a:rPr lang="es-CO" sz="1500" dirty="0"/>
              <a:t> </a:t>
            </a:r>
            <a:r>
              <a:rPr lang="es-CO" sz="1500" dirty="0" err="1"/>
              <a:t>ipsum</a:t>
            </a:r>
            <a:r>
              <a:rPr lang="es-CO" sz="1500" dirty="0"/>
              <a:t> dolor </a:t>
            </a:r>
            <a:r>
              <a:rPr lang="es-CO" sz="1500" dirty="0" err="1"/>
              <a:t>sit</a:t>
            </a:r>
            <a:r>
              <a:rPr lang="es-CO" sz="1500" dirty="0"/>
              <a:t> </a:t>
            </a:r>
            <a:r>
              <a:rPr lang="es-CO" sz="1500" dirty="0" err="1"/>
              <a:t>amet</a:t>
            </a:r>
            <a:r>
              <a:rPr lang="es-CO" sz="1500" dirty="0"/>
              <a:t>, </a:t>
            </a:r>
            <a:r>
              <a:rPr lang="es-CO" sz="1500" dirty="0" err="1"/>
              <a:t>consectetur</a:t>
            </a:r>
            <a:r>
              <a:rPr lang="es-CO" sz="1500" dirty="0"/>
              <a:t> </a:t>
            </a:r>
            <a:r>
              <a:rPr lang="es-CO" sz="1500" dirty="0" err="1"/>
              <a:t>adipiscing</a:t>
            </a:r>
            <a:r>
              <a:rPr lang="es-CO" sz="1500" dirty="0"/>
              <a:t> </a:t>
            </a:r>
            <a:r>
              <a:rPr lang="es-CO" sz="1500" dirty="0" err="1"/>
              <a:t>elit</a:t>
            </a:r>
            <a:r>
              <a:rPr lang="es-CO" sz="1500" dirty="0"/>
              <a:t>, sed do </a:t>
            </a:r>
            <a:r>
              <a:rPr lang="es-CO" sz="1500" dirty="0" err="1"/>
              <a:t>eiusmod</a:t>
            </a:r>
            <a:r>
              <a:rPr lang="es-CO" sz="1500" dirty="0"/>
              <a:t> </a:t>
            </a:r>
            <a:r>
              <a:rPr lang="es-CO" sz="1500" dirty="0" err="1"/>
              <a:t>tempor</a:t>
            </a:r>
            <a:r>
              <a:rPr lang="es-CO" sz="1500" dirty="0"/>
              <a:t> </a:t>
            </a:r>
            <a:r>
              <a:rPr lang="es-CO" sz="1500" dirty="0" err="1"/>
              <a:t>incididunt</a:t>
            </a:r>
            <a:r>
              <a:rPr lang="es-CO" sz="1500" dirty="0"/>
              <a:t> ut labore et </a:t>
            </a:r>
            <a:r>
              <a:rPr lang="es-CO" sz="1500" dirty="0" err="1"/>
              <a:t>dolore</a:t>
            </a:r>
            <a:r>
              <a:rPr lang="es-CO" sz="1500" dirty="0"/>
              <a:t> magna </a:t>
            </a:r>
            <a:r>
              <a:rPr lang="es-CO" sz="1500" dirty="0" err="1"/>
              <a:t>aliqua</a:t>
            </a:r>
            <a:r>
              <a:rPr lang="es-CO" sz="1500" dirty="0"/>
              <a:t>. Ut </a:t>
            </a:r>
            <a:r>
              <a:rPr lang="es-CO" sz="1500" dirty="0" err="1"/>
              <a:t>enim</a:t>
            </a:r>
            <a:r>
              <a:rPr lang="es-CO" sz="1500" dirty="0"/>
              <a:t> ad </a:t>
            </a:r>
            <a:r>
              <a:rPr lang="es-CO" sz="1500" dirty="0" err="1"/>
              <a:t>minim</a:t>
            </a:r>
            <a:r>
              <a:rPr lang="es-CO" sz="1500" dirty="0"/>
              <a:t> </a:t>
            </a:r>
            <a:r>
              <a:rPr lang="es-CO" sz="1500" dirty="0" err="1"/>
              <a:t>veniam</a:t>
            </a:r>
            <a:r>
              <a:rPr lang="es-CO" sz="1500" dirty="0"/>
              <a:t>, </a:t>
            </a:r>
            <a:r>
              <a:rPr lang="es-CO" sz="1500" dirty="0" err="1"/>
              <a:t>quis</a:t>
            </a:r>
            <a:r>
              <a:rPr lang="es-CO" sz="1500" dirty="0"/>
              <a:t> </a:t>
            </a:r>
            <a:r>
              <a:rPr lang="es-CO" sz="1500" dirty="0" err="1"/>
              <a:t>nostrud</a:t>
            </a:r>
            <a:r>
              <a:rPr lang="es-CO" sz="1500" dirty="0"/>
              <a:t> </a:t>
            </a:r>
            <a:r>
              <a:rPr lang="es-CO" sz="1500" dirty="0" err="1"/>
              <a:t>exercitation</a:t>
            </a:r>
            <a:r>
              <a:rPr lang="es-CO" sz="1500" dirty="0"/>
              <a:t> </a:t>
            </a:r>
            <a:r>
              <a:rPr lang="es-CO" sz="1500" dirty="0" err="1"/>
              <a:t>ullamco</a:t>
            </a:r>
            <a:r>
              <a:rPr lang="es-CO" sz="1500" dirty="0"/>
              <a:t> </a:t>
            </a:r>
            <a:r>
              <a:rPr lang="es-CO" sz="1500" dirty="0" err="1"/>
              <a:t>laboris</a:t>
            </a:r>
            <a:r>
              <a:rPr lang="es-CO" sz="1500" dirty="0"/>
              <a:t> </a:t>
            </a:r>
            <a:r>
              <a:rPr lang="es-CO" sz="1500" dirty="0" err="1"/>
              <a:t>nisi</a:t>
            </a:r>
            <a:r>
              <a:rPr lang="es-CO" sz="1500" dirty="0"/>
              <a:t> ut </a:t>
            </a:r>
            <a:r>
              <a:rPr lang="es-CO" sz="1500" dirty="0" err="1"/>
              <a:t>aliquip</a:t>
            </a:r>
            <a:r>
              <a:rPr lang="es-CO" sz="1500" dirty="0"/>
              <a:t> ex </a:t>
            </a:r>
            <a:r>
              <a:rPr lang="es-CO" sz="1500" dirty="0" err="1"/>
              <a:t>ea</a:t>
            </a:r>
            <a:r>
              <a:rPr lang="es-CO" sz="1500" dirty="0"/>
              <a:t> commodo </a:t>
            </a:r>
            <a:r>
              <a:rPr lang="es-CO" sz="1500" dirty="0" err="1"/>
              <a:t>consequat</a:t>
            </a:r>
            <a:r>
              <a:rPr lang="es-CO" sz="1500" dirty="0"/>
              <a:t>. </a:t>
            </a:r>
            <a:r>
              <a:rPr lang="es-CO" sz="1500" dirty="0" err="1"/>
              <a:t>Duis</a:t>
            </a:r>
            <a:r>
              <a:rPr lang="es-CO" sz="1500" dirty="0"/>
              <a:t> </a:t>
            </a:r>
            <a:r>
              <a:rPr lang="es-CO" sz="1500" dirty="0" err="1"/>
              <a:t>aute</a:t>
            </a:r>
            <a:r>
              <a:rPr lang="es-CO" sz="1500" dirty="0"/>
              <a:t> </a:t>
            </a:r>
            <a:r>
              <a:rPr lang="es-CO" sz="1500" dirty="0" err="1"/>
              <a:t>irure</a:t>
            </a:r>
            <a:r>
              <a:rPr lang="es-CO" sz="1500" dirty="0"/>
              <a:t> dolor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DB481AB-0611-48D8-A200-872E417C1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137" y="3174343"/>
            <a:ext cx="6753510" cy="137743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C2F17A4-406A-468C-9371-A251E81CA05D}"/>
              </a:ext>
            </a:extLst>
          </p:cNvPr>
          <p:cNvSpPr txBox="1"/>
          <p:nvPr/>
        </p:nvSpPr>
        <p:spPr>
          <a:xfrm>
            <a:off x="4017863" y="5199445"/>
            <a:ext cx="7247965" cy="3693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Lunes: 8:00am – 12:00pm Diseño de interfaces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B15D998-633D-48B4-BA93-42993D53EFD6}"/>
              </a:ext>
            </a:extLst>
          </p:cNvPr>
          <p:cNvSpPr txBox="1"/>
          <p:nvPr/>
        </p:nvSpPr>
        <p:spPr>
          <a:xfrm>
            <a:off x="4017863" y="5659458"/>
            <a:ext cx="7247965" cy="3693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Martes: 2:00am – 6:00pm Desarrollo 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34784CD-8182-44A4-AE55-4C17B95A6A5E}"/>
              </a:ext>
            </a:extLst>
          </p:cNvPr>
          <p:cNvSpPr txBox="1"/>
          <p:nvPr/>
        </p:nvSpPr>
        <p:spPr>
          <a:xfrm>
            <a:off x="4017863" y="6050666"/>
            <a:ext cx="7247965" cy="3693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Miércoles: 8:00am – 12:00 cultura 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1F78350-BAF5-4D08-9595-28FBF14D9646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</p:spTree>
    <p:extLst>
      <p:ext uri="{BB962C8B-B14F-4D97-AF65-F5344CB8AC3E}">
        <p14:creationId xmlns:p14="http://schemas.microsoft.com/office/powerpoint/2010/main" val="2690257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5" y="174811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Aprendiz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5284694" y="174811"/>
            <a:ext cx="5351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Mi horario de Formación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293CB-26B9-40CC-A760-68E1448EA47D}"/>
              </a:ext>
            </a:extLst>
          </p:cNvPr>
          <p:cNvSpPr txBox="1"/>
          <p:nvPr/>
        </p:nvSpPr>
        <p:spPr>
          <a:xfrm>
            <a:off x="537883" y="1707445"/>
            <a:ext cx="340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📖Mi Programa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523318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🗃️Mi ficha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14138E9-3388-40E0-AEE0-944BDCF1F7CA}"/>
              </a:ext>
            </a:extLst>
          </p:cNvPr>
          <p:cNvSpPr txBox="1"/>
          <p:nvPr/>
        </p:nvSpPr>
        <p:spPr>
          <a:xfrm>
            <a:off x="544883" y="333491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👥Mis Instructores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0E0A57-C8A4-4BE4-A734-A3CC52646C5F}"/>
              </a:ext>
            </a:extLst>
          </p:cNvPr>
          <p:cNvSpPr txBox="1"/>
          <p:nvPr/>
        </p:nvSpPr>
        <p:spPr>
          <a:xfrm>
            <a:off x="544884" y="375874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👜Cursos Complementarios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44884" y="418257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25504FA-A565-4BC1-9DC8-8B81C6C8A320}"/>
              </a:ext>
            </a:extLst>
          </p:cNvPr>
          <p:cNvSpPr/>
          <p:nvPr/>
        </p:nvSpPr>
        <p:spPr>
          <a:xfrm>
            <a:off x="3943627" y="916829"/>
            <a:ext cx="7710490" cy="53898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C8337DE-59AE-4481-8624-B1699B3A93F9}"/>
              </a:ext>
            </a:extLst>
          </p:cNvPr>
          <p:cNvSpPr/>
          <p:nvPr/>
        </p:nvSpPr>
        <p:spPr>
          <a:xfrm>
            <a:off x="4087906" y="1264024"/>
            <a:ext cx="1573306" cy="48812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7AEFA55-7C07-47E9-B85B-3FB5DA5E996D}"/>
              </a:ext>
            </a:extLst>
          </p:cNvPr>
          <p:cNvSpPr/>
          <p:nvPr/>
        </p:nvSpPr>
        <p:spPr>
          <a:xfrm>
            <a:off x="5798200" y="1264072"/>
            <a:ext cx="1573306" cy="48812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CB0987C-06DF-4DE2-A069-8809D8572659}"/>
              </a:ext>
            </a:extLst>
          </p:cNvPr>
          <p:cNvSpPr/>
          <p:nvPr/>
        </p:nvSpPr>
        <p:spPr>
          <a:xfrm>
            <a:off x="7508494" y="1264024"/>
            <a:ext cx="1573306" cy="48812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2924044-ADB9-4278-9098-6514E0B8B4DF}"/>
              </a:ext>
            </a:extLst>
          </p:cNvPr>
          <p:cNvSpPr/>
          <p:nvPr/>
        </p:nvSpPr>
        <p:spPr>
          <a:xfrm>
            <a:off x="9265011" y="1264024"/>
            <a:ext cx="1573306" cy="48812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superiores, una redondeada y la otra cortada 5">
            <a:extLst>
              <a:ext uri="{FF2B5EF4-FFF2-40B4-BE49-F238E27FC236}">
                <a16:creationId xmlns:a16="http://schemas.microsoft.com/office/drawing/2014/main" id="{DA62BF64-F4E9-4069-B6D7-FDB0C119A9A8}"/>
              </a:ext>
            </a:extLst>
          </p:cNvPr>
          <p:cNvSpPr/>
          <p:nvPr/>
        </p:nvSpPr>
        <p:spPr>
          <a:xfrm>
            <a:off x="4167179" y="1892111"/>
            <a:ext cx="1392613" cy="1386169"/>
          </a:xfrm>
          <a:prstGeom prst="snip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Rectángulo: esquinas superiores, una redondeada y la otra cortada 27">
            <a:extLst>
              <a:ext uri="{FF2B5EF4-FFF2-40B4-BE49-F238E27FC236}">
                <a16:creationId xmlns:a16="http://schemas.microsoft.com/office/drawing/2014/main" id="{B2312C03-7E7A-408A-923C-480686C06DD7}"/>
              </a:ext>
            </a:extLst>
          </p:cNvPr>
          <p:cNvSpPr/>
          <p:nvPr/>
        </p:nvSpPr>
        <p:spPr>
          <a:xfrm>
            <a:off x="4189867" y="3736238"/>
            <a:ext cx="1392613" cy="1386169"/>
          </a:xfrm>
          <a:prstGeom prst="snip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Sol 8">
            <a:extLst>
              <a:ext uri="{FF2B5EF4-FFF2-40B4-BE49-F238E27FC236}">
                <a16:creationId xmlns:a16="http://schemas.microsoft.com/office/drawing/2014/main" id="{CC9D32ED-B77F-44BC-8186-F7292D8B8677}"/>
              </a:ext>
            </a:extLst>
          </p:cNvPr>
          <p:cNvSpPr/>
          <p:nvPr/>
        </p:nvSpPr>
        <p:spPr>
          <a:xfrm>
            <a:off x="6095999" y="2892650"/>
            <a:ext cx="932050" cy="811601"/>
          </a:xfrm>
          <a:prstGeom prst="su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DAC3F80-B759-4A94-A170-291D6D55BE78}"/>
              </a:ext>
            </a:extLst>
          </p:cNvPr>
          <p:cNvSpPr txBox="1"/>
          <p:nvPr/>
        </p:nvSpPr>
        <p:spPr>
          <a:xfrm>
            <a:off x="4241426" y="1941566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Diseño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C9EAA75-FE35-4E37-80B1-C8EBAEB6C186}"/>
              </a:ext>
            </a:extLst>
          </p:cNvPr>
          <p:cNvSpPr txBox="1"/>
          <p:nvPr/>
        </p:nvSpPr>
        <p:spPr>
          <a:xfrm>
            <a:off x="4241425" y="2267351"/>
            <a:ext cx="1616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Ricardo Gómez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E31445B-9EC2-4A36-A6B6-5C8D277C6233}"/>
              </a:ext>
            </a:extLst>
          </p:cNvPr>
          <p:cNvSpPr txBox="1"/>
          <p:nvPr/>
        </p:nvSpPr>
        <p:spPr>
          <a:xfrm>
            <a:off x="4241425" y="2539363"/>
            <a:ext cx="1616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8:00am – 10:00am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39EAC9F-8446-470D-B6DC-9B4B6D81DF60}"/>
              </a:ext>
            </a:extLst>
          </p:cNvPr>
          <p:cNvSpPr txBox="1"/>
          <p:nvPr/>
        </p:nvSpPr>
        <p:spPr>
          <a:xfrm>
            <a:off x="4241425" y="2841489"/>
            <a:ext cx="1616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Ambiente:301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4CE3E85-0561-43C6-B241-F796774F8166}"/>
              </a:ext>
            </a:extLst>
          </p:cNvPr>
          <p:cNvSpPr txBox="1"/>
          <p:nvPr/>
        </p:nvSpPr>
        <p:spPr>
          <a:xfrm>
            <a:off x="4379387" y="3735064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Desarrollo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9FA686-DED9-4946-ABD2-DAF69E0CC4CF}"/>
              </a:ext>
            </a:extLst>
          </p:cNvPr>
          <p:cNvSpPr txBox="1"/>
          <p:nvPr/>
        </p:nvSpPr>
        <p:spPr>
          <a:xfrm>
            <a:off x="4241425" y="4100974"/>
            <a:ext cx="1365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Alex Torres</a:t>
            </a:r>
          </a:p>
          <a:p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12:00 – 4:00pm</a:t>
            </a:r>
          </a:p>
          <a:p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Ambiente:203</a:t>
            </a:r>
          </a:p>
        </p:txBody>
      </p:sp>
      <p:sp>
        <p:nvSpPr>
          <p:cNvPr id="36" name="Rectángulo: esquinas superiores, una redondeada y la otra cortada 35">
            <a:extLst>
              <a:ext uri="{FF2B5EF4-FFF2-40B4-BE49-F238E27FC236}">
                <a16:creationId xmlns:a16="http://schemas.microsoft.com/office/drawing/2014/main" id="{952952E8-7DFA-4A6D-9BEE-0B30A18D7209}"/>
              </a:ext>
            </a:extLst>
          </p:cNvPr>
          <p:cNvSpPr/>
          <p:nvPr/>
        </p:nvSpPr>
        <p:spPr>
          <a:xfrm>
            <a:off x="7573491" y="2908948"/>
            <a:ext cx="1392613" cy="1386169"/>
          </a:xfrm>
          <a:prstGeom prst="snip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Rectángulo: esquinas superiores, una redondeada y la otra cortada 36">
            <a:extLst>
              <a:ext uri="{FF2B5EF4-FFF2-40B4-BE49-F238E27FC236}">
                <a16:creationId xmlns:a16="http://schemas.microsoft.com/office/drawing/2014/main" id="{E14E7D9C-A2C4-40A7-AF76-B1EB84767E8C}"/>
              </a:ext>
            </a:extLst>
          </p:cNvPr>
          <p:cNvSpPr/>
          <p:nvPr/>
        </p:nvSpPr>
        <p:spPr>
          <a:xfrm>
            <a:off x="9355356" y="2014899"/>
            <a:ext cx="1392613" cy="1386169"/>
          </a:xfrm>
          <a:prstGeom prst="snip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Rectángulo: esquinas superiores, una redondeada y la otra cortada 37">
            <a:extLst>
              <a:ext uri="{FF2B5EF4-FFF2-40B4-BE49-F238E27FC236}">
                <a16:creationId xmlns:a16="http://schemas.microsoft.com/office/drawing/2014/main" id="{DA245F54-E189-4CFE-A068-4D0388974337}"/>
              </a:ext>
            </a:extLst>
          </p:cNvPr>
          <p:cNvSpPr/>
          <p:nvPr/>
        </p:nvSpPr>
        <p:spPr>
          <a:xfrm>
            <a:off x="9355356" y="4393578"/>
            <a:ext cx="1392613" cy="1386169"/>
          </a:xfrm>
          <a:prstGeom prst="snip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7F9C079-AA6A-420F-9553-C47B07FA5A9E}"/>
              </a:ext>
            </a:extLst>
          </p:cNvPr>
          <p:cNvSpPr txBox="1"/>
          <p:nvPr/>
        </p:nvSpPr>
        <p:spPr>
          <a:xfrm>
            <a:off x="9433386" y="2371619"/>
            <a:ext cx="1365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Alex Torres</a:t>
            </a:r>
          </a:p>
          <a:p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12:00 – 4:00pm</a:t>
            </a:r>
          </a:p>
          <a:p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Ambiente:203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C92159E-FDEB-4D68-808C-61E379853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386" y="4885390"/>
            <a:ext cx="1314583" cy="894357"/>
          </a:xfrm>
          <a:prstGeom prst="rect">
            <a:avLst/>
          </a:prstGeom>
        </p:spPr>
      </p:pic>
      <p:sp>
        <p:nvSpPr>
          <p:cNvPr id="40" name="CuadroTexto 39">
            <a:extLst>
              <a:ext uri="{FF2B5EF4-FFF2-40B4-BE49-F238E27FC236}">
                <a16:creationId xmlns:a16="http://schemas.microsoft.com/office/drawing/2014/main" id="{D7183CF9-79EB-4367-89A1-407D84DCF1C9}"/>
              </a:ext>
            </a:extLst>
          </p:cNvPr>
          <p:cNvSpPr txBox="1"/>
          <p:nvPr/>
        </p:nvSpPr>
        <p:spPr>
          <a:xfrm>
            <a:off x="9448649" y="2018750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Bases 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276CEFC-ADE4-4E93-81DC-666BCEA835D7}"/>
              </a:ext>
            </a:extLst>
          </p:cNvPr>
          <p:cNvSpPr txBox="1"/>
          <p:nvPr/>
        </p:nvSpPr>
        <p:spPr>
          <a:xfrm>
            <a:off x="9379881" y="4481222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Ideas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BAD1AEE-DE96-403B-A30D-617F743C93CB}"/>
              </a:ext>
            </a:extLst>
          </p:cNvPr>
          <p:cNvSpPr txBox="1"/>
          <p:nvPr/>
        </p:nvSpPr>
        <p:spPr>
          <a:xfrm>
            <a:off x="7666784" y="2940613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Vistas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0B27864-DD53-4BF2-A6D6-969B96FCBE5C}"/>
              </a:ext>
            </a:extLst>
          </p:cNvPr>
          <p:cNvSpPr txBox="1"/>
          <p:nvPr/>
        </p:nvSpPr>
        <p:spPr>
          <a:xfrm>
            <a:off x="7635259" y="3278280"/>
            <a:ext cx="1365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Alex Torres</a:t>
            </a:r>
          </a:p>
          <a:p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12:00 – 4:00pm</a:t>
            </a:r>
          </a:p>
          <a:p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Ambiente:203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1EEEFC3-EBD8-44E5-9EC3-5EFD06BFC044}"/>
              </a:ext>
            </a:extLst>
          </p:cNvPr>
          <p:cNvSpPr txBox="1"/>
          <p:nvPr/>
        </p:nvSpPr>
        <p:spPr>
          <a:xfrm>
            <a:off x="4394107" y="1384614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Lunes 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0CF2D3D-3C7D-4B7F-B3C1-B6BBEE8D0B68}"/>
              </a:ext>
            </a:extLst>
          </p:cNvPr>
          <p:cNvSpPr txBox="1"/>
          <p:nvPr/>
        </p:nvSpPr>
        <p:spPr>
          <a:xfrm>
            <a:off x="6138862" y="1341866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Martes 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2B12D59-8714-4BF7-83E7-1104E49926D1}"/>
              </a:ext>
            </a:extLst>
          </p:cNvPr>
          <p:cNvSpPr txBox="1"/>
          <p:nvPr/>
        </p:nvSpPr>
        <p:spPr>
          <a:xfrm>
            <a:off x="7704970" y="1321209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Miércoles 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FABC6C4-D71C-4E9F-9695-C60D3971CBA9}"/>
              </a:ext>
            </a:extLst>
          </p:cNvPr>
          <p:cNvSpPr txBox="1"/>
          <p:nvPr/>
        </p:nvSpPr>
        <p:spPr>
          <a:xfrm>
            <a:off x="9602467" y="1321209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Jueves 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6BA4EF3-0A10-4BAF-9C4E-B79512C96103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</p:spTree>
    <p:extLst>
      <p:ext uri="{BB962C8B-B14F-4D97-AF65-F5344CB8AC3E}">
        <p14:creationId xmlns:p14="http://schemas.microsoft.com/office/powerpoint/2010/main" val="4225167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94128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Aprendiz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585447" y="393609"/>
            <a:ext cx="705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Mi Ubicación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293CB-26B9-40CC-A760-68E1448EA47D}"/>
              </a:ext>
            </a:extLst>
          </p:cNvPr>
          <p:cNvSpPr txBox="1"/>
          <p:nvPr/>
        </p:nvSpPr>
        <p:spPr>
          <a:xfrm>
            <a:off x="537883" y="1707445"/>
            <a:ext cx="340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📖Mi Programa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🗃️Mi ficha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49289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14138E9-3388-40E0-AEE0-944BDCF1F7CA}"/>
              </a:ext>
            </a:extLst>
          </p:cNvPr>
          <p:cNvSpPr txBox="1"/>
          <p:nvPr/>
        </p:nvSpPr>
        <p:spPr>
          <a:xfrm>
            <a:off x="544883" y="333491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👥Mis Instructores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0E0A57-C8A4-4BE4-A734-A3CC52646C5F}"/>
              </a:ext>
            </a:extLst>
          </p:cNvPr>
          <p:cNvSpPr txBox="1"/>
          <p:nvPr/>
        </p:nvSpPr>
        <p:spPr>
          <a:xfrm>
            <a:off x="544884" y="375874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👜Cursos Complementarios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44884" y="418257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76AD6F8-0655-44B8-B637-76ED9FE58089}"/>
              </a:ext>
            </a:extLst>
          </p:cNvPr>
          <p:cNvSpPr/>
          <p:nvPr/>
        </p:nvSpPr>
        <p:spPr>
          <a:xfrm>
            <a:off x="4087906" y="393609"/>
            <a:ext cx="7566211" cy="5697909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F6DEA2-56EE-4865-B32A-50BEBE979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971" y="1358153"/>
            <a:ext cx="6251087" cy="410135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9957C4C3-16B7-42E3-A0E1-755745DE14AE}"/>
              </a:ext>
            </a:extLst>
          </p:cNvPr>
          <p:cNvSpPr txBox="1"/>
          <p:nvPr/>
        </p:nvSpPr>
        <p:spPr>
          <a:xfrm>
            <a:off x="537883" y="5872957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</p:spTree>
    <p:extLst>
      <p:ext uri="{BB962C8B-B14F-4D97-AF65-F5344CB8AC3E}">
        <p14:creationId xmlns:p14="http://schemas.microsoft.com/office/powerpoint/2010/main" val="2807408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74811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53268"/>
            <a:ext cx="34278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Aprendiz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3943627" y="353268"/>
            <a:ext cx="705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Mis Instructores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293CB-26B9-40CC-A760-68E1448EA47D}"/>
              </a:ext>
            </a:extLst>
          </p:cNvPr>
          <p:cNvSpPr txBox="1"/>
          <p:nvPr/>
        </p:nvSpPr>
        <p:spPr>
          <a:xfrm>
            <a:off x="537883" y="1707445"/>
            <a:ext cx="340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📖Mi Programa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🗃️Mi ficha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14138E9-3388-40E0-AEE0-944BDCF1F7CA}"/>
              </a:ext>
            </a:extLst>
          </p:cNvPr>
          <p:cNvSpPr txBox="1"/>
          <p:nvPr/>
        </p:nvSpPr>
        <p:spPr>
          <a:xfrm>
            <a:off x="544883" y="3334919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👥Mis Instructores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0E0A57-C8A4-4BE4-A734-A3CC52646C5F}"/>
              </a:ext>
            </a:extLst>
          </p:cNvPr>
          <p:cNvSpPr txBox="1"/>
          <p:nvPr/>
        </p:nvSpPr>
        <p:spPr>
          <a:xfrm>
            <a:off x="544884" y="375874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👜Cursos Complementarios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44884" y="418257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1C33BDB-A6B2-43AC-9BF3-91CE0C87DED0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6303A93-CDDB-40EB-9914-CC3826C97E2A}"/>
              </a:ext>
            </a:extLst>
          </p:cNvPr>
          <p:cNvSpPr/>
          <p:nvPr/>
        </p:nvSpPr>
        <p:spPr>
          <a:xfrm>
            <a:off x="4022068" y="1238044"/>
            <a:ext cx="3093098" cy="188167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0A03BDC-3D3A-4398-BB6C-082ACFE076E6}"/>
              </a:ext>
            </a:extLst>
          </p:cNvPr>
          <p:cNvSpPr/>
          <p:nvPr/>
        </p:nvSpPr>
        <p:spPr>
          <a:xfrm>
            <a:off x="8412533" y="1204118"/>
            <a:ext cx="3093098" cy="18816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15FF538-0A82-488B-82A4-03F0AE6892A2}"/>
              </a:ext>
            </a:extLst>
          </p:cNvPr>
          <p:cNvSpPr/>
          <p:nvPr/>
        </p:nvSpPr>
        <p:spPr>
          <a:xfrm>
            <a:off x="6095999" y="3429000"/>
            <a:ext cx="3093098" cy="188167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ACD4F1-F379-4707-8B84-54A5D20CC855}"/>
              </a:ext>
            </a:extLst>
          </p:cNvPr>
          <p:cNvSpPr txBox="1"/>
          <p:nvPr/>
        </p:nvSpPr>
        <p:spPr>
          <a:xfrm>
            <a:off x="4145611" y="1954867"/>
            <a:ext cx="2846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Ricardo Gomes</a:t>
            </a:r>
          </a:p>
          <a:p>
            <a:pPr algn="ctr"/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Instructor Técnico – Bases</a:t>
            </a:r>
          </a:p>
          <a:p>
            <a:pPr algn="ctr"/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Haz clic para más detalles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31B520A-C03A-4CA5-BF85-D637FF1ED165}"/>
              </a:ext>
            </a:extLst>
          </p:cNvPr>
          <p:cNvSpPr txBox="1"/>
          <p:nvPr/>
        </p:nvSpPr>
        <p:spPr>
          <a:xfrm>
            <a:off x="8434376" y="1919628"/>
            <a:ext cx="3093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Camilo Sánchez</a:t>
            </a:r>
          </a:p>
          <a:p>
            <a:pPr algn="ctr"/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Instructor transversal – cultura</a:t>
            </a:r>
          </a:p>
          <a:p>
            <a:pPr algn="ctr"/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Haz clic para más detalles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DC47765-CC04-4431-BB5E-175CF3F7497B}"/>
              </a:ext>
            </a:extLst>
          </p:cNvPr>
          <p:cNvSpPr txBox="1"/>
          <p:nvPr/>
        </p:nvSpPr>
        <p:spPr>
          <a:xfrm>
            <a:off x="6336915" y="4182579"/>
            <a:ext cx="2846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Omar </a:t>
            </a:r>
          </a:p>
          <a:p>
            <a:pPr algn="ctr"/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Instructor  – Desarrollo</a:t>
            </a:r>
          </a:p>
          <a:p>
            <a:pPr algn="ctr"/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Haz clic para más detalles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F970F3-0029-4C29-BA05-A7C95D97C4B4}"/>
              </a:ext>
            </a:extLst>
          </p:cNvPr>
          <p:cNvSpPr txBox="1"/>
          <p:nvPr/>
        </p:nvSpPr>
        <p:spPr>
          <a:xfrm>
            <a:off x="7417173" y="3788916"/>
            <a:ext cx="99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🧒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51C718A-817D-4CA2-A649-196E396937BC}"/>
              </a:ext>
            </a:extLst>
          </p:cNvPr>
          <p:cNvSpPr txBox="1"/>
          <p:nvPr/>
        </p:nvSpPr>
        <p:spPr>
          <a:xfrm>
            <a:off x="5240994" y="1536872"/>
            <a:ext cx="99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🧒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3BC5FE8-630E-4635-A222-65ED6330E1A2}"/>
              </a:ext>
            </a:extLst>
          </p:cNvPr>
          <p:cNvSpPr txBox="1"/>
          <p:nvPr/>
        </p:nvSpPr>
        <p:spPr>
          <a:xfrm>
            <a:off x="9664232" y="1535316"/>
            <a:ext cx="99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🧒</a:t>
            </a:r>
          </a:p>
        </p:txBody>
      </p:sp>
    </p:spTree>
    <p:extLst>
      <p:ext uri="{BB962C8B-B14F-4D97-AF65-F5344CB8AC3E}">
        <p14:creationId xmlns:p14="http://schemas.microsoft.com/office/powerpoint/2010/main" val="1573339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5" y="168136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Aprendiz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004138" y="415077"/>
            <a:ext cx="705970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Información Personal 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293CB-26B9-40CC-A760-68E1448EA47D}"/>
              </a:ext>
            </a:extLst>
          </p:cNvPr>
          <p:cNvSpPr txBox="1"/>
          <p:nvPr/>
        </p:nvSpPr>
        <p:spPr>
          <a:xfrm>
            <a:off x="537883" y="1707445"/>
            <a:ext cx="340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📖Mi Programa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🗃️Mi ficha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14138E9-3388-40E0-AEE0-944BDCF1F7CA}"/>
              </a:ext>
            </a:extLst>
          </p:cNvPr>
          <p:cNvSpPr txBox="1"/>
          <p:nvPr/>
        </p:nvSpPr>
        <p:spPr>
          <a:xfrm>
            <a:off x="544883" y="3334919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👥Mis Instructores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0E0A57-C8A4-4BE4-A734-A3CC52646C5F}"/>
              </a:ext>
            </a:extLst>
          </p:cNvPr>
          <p:cNvSpPr txBox="1"/>
          <p:nvPr/>
        </p:nvSpPr>
        <p:spPr>
          <a:xfrm>
            <a:off x="544884" y="375874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👜Cursos Complementarios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44884" y="418257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D1DC08E-020F-4661-A07A-7B456C1E69D2}"/>
              </a:ext>
            </a:extLst>
          </p:cNvPr>
          <p:cNvSpPr/>
          <p:nvPr/>
        </p:nvSpPr>
        <p:spPr>
          <a:xfrm>
            <a:off x="3954693" y="291107"/>
            <a:ext cx="7710490" cy="163185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832783B-24AF-444C-8DB1-E2728C212545}"/>
              </a:ext>
            </a:extLst>
          </p:cNvPr>
          <p:cNvSpPr/>
          <p:nvPr/>
        </p:nvSpPr>
        <p:spPr>
          <a:xfrm>
            <a:off x="3954693" y="2051693"/>
            <a:ext cx="7710490" cy="190325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B343115-6DDD-446D-B5CF-AE794E398245}"/>
              </a:ext>
            </a:extLst>
          </p:cNvPr>
          <p:cNvSpPr/>
          <p:nvPr/>
        </p:nvSpPr>
        <p:spPr>
          <a:xfrm>
            <a:off x="3972763" y="4156060"/>
            <a:ext cx="6542837" cy="175222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8F86E51-8083-499D-8770-EC468F21E4B3}"/>
              </a:ext>
            </a:extLst>
          </p:cNvPr>
          <p:cNvSpPr txBox="1"/>
          <p:nvPr/>
        </p:nvSpPr>
        <p:spPr>
          <a:xfrm>
            <a:off x="4004137" y="2087270"/>
            <a:ext cx="705970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Materias que dicta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EC2C89C-B67F-4253-8FC7-1F7179B92117}"/>
              </a:ext>
            </a:extLst>
          </p:cNvPr>
          <p:cNvSpPr txBox="1"/>
          <p:nvPr/>
        </p:nvSpPr>
        <p:spPr>
          <a:xfrm>
            <a:off x="4004137" y="4182579"/>
            <a:ext cx="641733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Información de contacto 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6925FA9-3719-4DD8-AE1F-10B0454F5A9A}"/>
              </a:ext>
            </a:extLst>
          </p:cNvPr>
          <p:cNvSpPr txBox="1"/>
          <p:nvPr/>
        </p:nvSpPr>
        <p:spPr>
          <a:xfrm>
            <a:off x="4004137" y="1062268"/>
            <a:ext cx="692832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500" dirty="0">
                <a:solidFill>
                  <a:schemeClr val="accent6">
                    <a:lumMod val="75000"/>
                  </a:schemeClr>
                </a:solidFill>
              </a:rPr>
              <a:t>Nombre: </a:t>
            </a:r>
            <a:r>
              <a:rPr lang="es-CO" sz="1500" dirty="0"/>
              <a:t>Ricardo Gomes </a:t>
            </a:r>
          </a:p>
          <a:p>
            <a:r>
              <a:rPr lang="es-CO" sz="1500" dirty="0">
                <a:solidFill>
                  <a:schemeClr val="accent6">
                    <a:lumMod val="75000"/>
                  </a:schemeClr>
                </a:solidFill>
              </a:rPr>
              <a:t>Especialidad: </a:t>
            </a:r>
            <a:r>
              <a:rPr lang="es-CO" sz="1500" dirty="0"/>
              <a:t>Instructor Técnico – Bases de datos </a:t>
            </a:r>
          </a:p>
          <a:p>
            <a:r>
              <a:rPr lang="es-CO" sz="1500" dirty="0">
                <a:solidFill>
                  <a:schemeClr val="accent6">
                    <a:lumMod val="75000"/>
                  </a:schemeClr>
                </a:solidFill>
              </a:rPr>
              <a:t>Horario de Atención: </a:t>
            </a:r>
            <a:r>
              <a:rPr lang="es-CO" sz="1500" dirty="0"/>
              <a:t>Lunes a Viernes 8:00 – 10:00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1F78350-BAF5-4D08-9595-28FBF14D9646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6626552-8781-4C38-8BF1-5B903348F736}"/>
              </a:ext>
            </a:extLst>
          </p:cNvPr>
          <p:cNvSpPr txBox="1"/>
          <p:nvPr/>
        </p:nvSpPr>
        <p:spPr>
          <a:xfrm>
            <a:off x="4017863" y="2935891"/>
            <a:ext cx="178145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Bases de Datos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B80BFE5-6856-4E55-B3B3-125A22FD629E}"/>
              </a:ext>
            </a:extLst>
          </p:cNvPr>
          <p:cNvSpPr txBox="1"/>
          <p:nvPr/>
        </p:nvSpPr>
        <p:spPr>
          <a:xfrm>
            <a:off x="6392681" y="2935891"/>
            <a:ext cx="1043544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Python 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155723B-A02C-4A69-923E-8C70FE7EB442}"/>
              </a:ext>
            </a:extLst>
          </p:cNvPr>
          <p:cNvSpPr txBox="1"/>
          <p:nvPr/>
        </p:nvSpPr>
        <p:spPr>
          <a:xfrm>
            <a:off x="8029584" y="2935891"/>
            <a:ext cx="178145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Modelos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AE5E360-B363-43DD-A706-D40F524EF4F7}"/>
              </a:ext>
            </a:extLst>
          </p:cNvPr>
          <p:cNvSpPr txBox="1"/>
          <p:nvPr/>
        </p:nvSpPr>
        <p:spPr>
          <a:xfrm>
            <a:off x="4049238" y="4753045"/>
            <a:ext cx="61867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500" dirty="0">
                <a:solidFill>
                  <a:schemeClr val="accent6">
                    <a:lumMod val="75000"/>
                  </a:schemeClr>
                </a:solidFill>
              </a:rPr>
              <a:t>Email: r</a:t>
            </a:r>
            <a:r>
              <a:rPr lang="es-CO" sz="1500" dirty="0"/>
              <a:t>icardo.Gomes@sena.edu.co </a:t>
            </a:r>
          </a:p>
          <a:p>
            <a:r>
              <a:rPr lang="es-CO" sz="1500" dirty="0">
                <a:solidFill>
                  <a:schemeClr val="accent6">
                    <a:lumMod val="75000"/>
                  </a:schemeClr>
                </a:solidFill>
              </a:rPr>
              <a:t>Teléfono: 3214562435</a:t>
            </a:r>
            <a:r>
              <a:rPr lang="es-CO" sz="1500" dirty="0"/>
              <a:t> 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CE443D8-8D96-4B06-87CC-E8D2E1EBB276}"/>
              </a:ext>
            </a:extLst>
          </p:cNvPr>
          <p:cNvSpPr txBox="1"/>
          <p:nvPr/>
        </p:nvSpPr>
        <p:spPr>
          <a:xfrm>
            <a:off x="4185113" y="5394680"/>
            <a:ext cx="191088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💌Enviar Email </a:t>
            </a:r>
          </a:p>
        </p:txBody>
      </p:sp>
    </p:spTree>
    <p:extLst>
      <p:ext uri="{BB962C8B-B14F-4D97-AF65-F5344CB8AC3E}">
        <p14:creationId xmlns:p14="http://schemas.microsoft.com/office/powerpoint/2010/main" val="457611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74811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Aprendiz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004138" y="309282"/>
            <a:ext cx="705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Mis Cursos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293CB-26B9-40CC-A760-68E1448EA47D}"/>
              </a:ext>
            </a:extLst>
          </p:cNvPr>
          <p:cNvSpPr txBox="1"/>
          <p:nvPr/>
        </p:nvSpPr>
        <p:spPr>
          <a:xfrm>
            <a:off x="537883" y="1707445"/>
            <a:ext cx="340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📖Mi Programa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🗃️Mi ficha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14138E9-3388-40E0-AEE0-944BDCF1F7CA}"/>
              </a:ext>
            </a:extLst>
          </p:cNvPr>
          <p:cNvSpPr txBox="1"/>
          <p:nvPr/>
        </p:nvSpPr>
        <p:spPr>
          <a:xfrm>
            <a:off x="544883" y="333491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👥Mis Instructores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0E0A57-C8A4-4BE4-A734-A3CC52646C5F}"/>
              </a:ext>
            </a:extLst>
          </p:cNvPr>
          <p:cNvSpPr txBox="1"/>
          <p:nvPr/>
        </p:nvSpPr>
        <p:spPr>
          <a:xfrm>
            <a:off x="544884" y="3758749"/>
            <a:ext cx="305528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👜Cursos Complementarios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44884" y="418257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24F6AEF-70AD-49C3-BBC6-CEA20747825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49E2FEF-9F28-47CC-BF49-50CB2C92FBFF}"/>
              </a:ext>
            </a:extLst>
          </p:cNvPr>
          <p:cNvSpPr/>
          <p:nvPr/>
        </p:nvSpPr>
        <p:spPr>
          <a:xfrm>
            <a:off x="4004138" y="1156447"/>
            <a:ext cx="7649979" cy="1196788"/>
          </a:xfrm>
          <a:prstGeom prst="roundRect">
            <a:avLst/>
          </a:prstGeom>
          <a:solidFill>
            <a:srgbClr val="66FF99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3C7E796-440D-410D-B3A0-D43B847EF5DC}"/>
              </a:ext>
            </a:extLst>
          </p:cNvPr>
          <p:cNvSpPr/>
          <p:nvPr/>
        </p:nvSpPr>
        <p:spPr>
          <a:xfrm>
            <a:off x="4004138" y="2561961"/>
            <a:ext cx="7649979" cy="1196788"/>
          </a:xfrm>
          <a:prstGeom prst="roundRect">
            <a:avLst/>
          </a:prstGeom>
          <a:solidFill>
            <a:srgbClr val="66FF99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30ABCAA-0E95-4A80-AE00-4C56AD08FDB2}"/>
              </a:ext>
            </a:extLst>
          </p:cNvPr>
          <p:cNvSpPr/>
          <p:nvPr/>
        </p:nvSpPr>
        <p:spPr>
          <a:xfrm>
            <a:off x="4036212" y="3967475"/>
            <a:ext cx="7649979" cy="1196788"/>
          </a:xfrm>
          <a:prstGeom prst="roundRect">
            <a:avLst/>
          </a:prstGeom>
          <a:solidFill>
            <a:srgbClr val="66FF99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EB778CF-2551-4D22-B195-20DCC087F72D}"/>
              </a:ext>
            </a:extLst>
          </p:cNvPr>
          <p:cNvSpPr/>
          <p:nvPr/>
        </p:nvSpPr>
        <p:spPr>
          <a:xfrm>
            <a:off x="4155141" y="1707445"/>
            <a:ext cx="4733365" cy="147034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01F0F1A3-2D9C-4B69-8034-7FC1FEB450E2}"/>
              </a:ext>
            </a:extLst>
          </p:cNvPr>
          <p:cNvSpPr/>
          <p:nvPr/>
        </p:nvSpPr>
        <p:spPr>
          <a:xfrm>
            <a:off x="8888506" y="1707445"/>
            <a:ext cx="2578197" cy="147034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09917E3-AD69-4532-B21A-7BAC9502CFF2}"/>
              </a:ext>
            </a:extLst>
          </p:cNvPr>
          <p:cNvSpPr txBox="1"/>
          <p:nvPr/>
        </p:nvSpPr>
        <p:spPr>
          <a:xfrm>
            <a:off x="4155141" y="1919263"/>
            <a:ext cx="1116106" cy="36933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En curso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6B7E26F-AC63-46CF-B453-AB9159009C7F}"/>
              </a:ext>
            </a:extLst>
          </p:cNvPr>
          <p:cNvSpPr txBox="1"/>
          <p:nvPr/>
        </p:nvSpPr>
        <p:spPr>
          <a:xfrm>
            <a:off x="4155141" y="1260902"/>
            <a:ext cx="1940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Ingles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7E7A31FC-030F-4C09-ACBD-B4E9A58DFF5A}"/>
              </a:ext>
            </a:extLst>
          </p:cNvPr>
          <p:cNvSpPr/>
          <p:nvPr/>
        </p:nvSpPr>
        <p:spPr>
          <a:xfrm>
            <a:off x="4155141" y="3146612"/>
            <a:ext cx="7311562" cy="11877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EB6A2B7-4D38-4987-A159-B1BF6D7D7F26}"/>
              </a:ext>
            </a:extLst>
          </p:cNvPr>
          <p:cNvSpPr txBox="1"/>
          <p:nvPr/>
        </p:nvSpPr>
        <p:spPr>
          <a:xfrm>
            <a:off x="4155141" y="2664608"/>
            <a:ext cx="1940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Excel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FCA4D13-6744-47E8-9556-2555D7D2B0ED}"/>
              </a:ext>
            </a:extLst>
          </p:cNvPr>
          <p:cNvSpPr txBox="1"/>
          <p:nvPr/>
        </p:nvSpPr>
        <p:spPr>
          <a:xfrm>
            <a:off x="4119134" y="4061474"/>
            <a:ext cx="1940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Dibujo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6EF7519-5597-45E3-B93F-2B0AE5F039F7}"/>
              </a:ext>
            </a:extLst>
          </p:cNvPr>
          <p:cNvSpPr/>
          <p:nvPr/>
        </p:nvSpPr>
        <p:spPr>
          <a:xfrm>
            <a:off x="4155141" y="4548756"/>
            <a:ext cx="7311562" cy="7641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C29AC36-E49C-4FD1-9D38-6D09996E3C81}"/>
              </a:ext>
            </a:extLst>
          </p:cNvPr>
          <p:cNvSpPr txBox="1"/>
          <p:nvPr/>
        </p:nvSpPr>
        <p:spPr>
          <a:xfrm>
            <a:off x="4155141" y="3309114"/>
            <a:ext cx="1371600" cy="36933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Terminado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142253A-EF96-4516-A82F-40853AFCCCA4}"/>
              </a:ext>
            </a:extLst>
          </p:cNvPr>
          <p:cNvSpPr txBox="1"/>
          <p:nvPr/>
        </p:nvSpPr>
        <p:spPr>
          <a:xfrm>
            <a:off x="4155141" y="4710048"/>
            <a:ext cx="1116106" cy="369332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CO" dirty="0"/>
              <a:t>Inscrito</a:t>
            </a:r>
          </a:p>
        </p:txBody>
      </p:sp>
    </p:spTree>
    <p:extLst>
      <p:ext uri="{BB962C8B-B14F-4D97-AF65-F5344CB8AC3E}">
        <p14:creationId xmlns:p14="http://schemas.microsoft.com/office/powerpoint/2010/main" val="2618657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5" y="168136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Aprendiz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004138" y="415077"/>
            <a:ext cx="705970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Información general 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293CB-26B9-40CC-A760-68E1448EA47D}"/>
              </a:ext>
            </a:extLst>
          </p:cNvPr>
          <p:cNvSpPr txBox="1"/>
          <p:nvPr/>
        </p:nvSpPr>
        <p:spPr>
          <a:xfrm>
            <a:off x="537883" y="1707445"/>
            <a:ext cx="340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📖Mi Programa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🗃️Mi ficha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14138E9-3388-40E0-AEE0-944BDCF1F7CA}"/>
              </a:ext>
            </a:extLst>
          </p:cNvPr>
          <p:cNvSpPr txBox="1"/>
          <p:nvPr/>
        </p:nvSpPr>
        <p:spPr>
          <a:xfrm>
            <a:off x="544883" y="333491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👥Mis Instructores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0E0A57-C8A4-4BE4-A734-A3CC52646C5F}"/>
              </a:ext>
            </a:extLst>
          </p:cNvPr>
          <p:cNvSpPr txBox="1"/>
          <p:nvPr/>
        </p:nvSpPr>
        <p:spPr>
          <a:xfrm>
            <a:off x="544884" y="3758749"/>
            <a:ext cx="305528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👜Cursos Complementarios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44884" y="418257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D1DC08E-020F-4661-A07A-7B456C1E69D2}"/>
              </a:ext>
            </a:extLst>
          </p:cNvPr>
          <p:cNvSpPr/>
          <p:nvPr/>
        </p:nvSpPr>
        <p:spPr>
          <a:xfrm>
            <a:off x="3954693" y="291107"/>
            <a:ext cx="7710490" cy="163185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832783B-24AF-444C-8DB1-E2728C212545}"/>
              </a:ext>
            </a:extLst>
          </p:cNvPr>
          <p:cNvSpPr/>
          <p:nvPr/>
        </p:nvSpPr>
        <p:spPr>
          <a:xfrm>
            <a:off x="3954693" y="2051693"/>
            <a:ext cx="7710490" cy="190325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B343115-6DDD-446D-B5CF-AE794E398245}"/>
              </a:ext>
            </a:extLst>
          </p:cNvPr>
          <p:cNvSpPr/>
          <p:nvPr/>
        </p:nvSpPr>
        <p:spPr>
          <a:xfrm>
            <a:off x="3972763" y="4156060"/>
            <a:ext cx="6542837" cy="1752227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8F86E51-8083-499D-8770-EC468F21E4B3}"/>
              </a:ext>
            </a:extLst>
          </p:cNvPr>
          <p:cNvSpPr txBox="1"/>
          <p:nvPr/>
        </p:nvSpPr>
        <p:spPr>
          <a:xfrm>
            <a:off x="4004137" y="2087270"/>
            <a:ext cx="7059706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EC2C89C-B67F-4253-8FC7-1F7179B92117}"/>
              </a:ext>
            </a:extLst>
          </p:cNvPr>
          <p:cNvSpPr txBox="1"/>
          <p:nvPr/>
        </p:nvSpPr>
        <p:spPr>
          <a:xfrm>
            <a:off x="4004137" y="4182579"/>
            <a:ext cx="6417334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Progreso del Curso 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6925FA9-3719-4DD8-AE1F-10B0454F5A9A}"/>
              </a:ext>
            </a:extLst>
          </p:cNvPr>
          <p:cNvSpPr txBox="1"/>
          <p:nvPr/>
        </p:nvSpPr>
        <p:spPr>
          <a:xfrm>
            <a:off x="4004137" y="1062268"/>
            <a:ext cx="692832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500" dirty="0">
                <a:solidFill>
                  <a:schemeClr val="accent6">
                    <a:lumMod val="75000"/>
                  </a:schemeClr>
                </a:solidFill>
              </a:rPr>
              <a:t>Nombre del instructor : </a:t>
            </a:r>
            <a:r>
              <a:rPr lang="es-CO" sz="1500" dirty="0"/>
              <a:t>Ricardo Gomes </a:t>
            </a:r>
          </a:p>
          <a:p>
            <a:r>
              <a:rPr lang="es-CO" sz="1500" dirty="0">
                <a:solidFill>
                  <a:schemeClr val="accent6">
                    <a:lumMod val="75000"/>
                  </a:schemeClr>
                </a:solidFill>
              </a:rPr>
              <a:t>Curso: Excel</a:t>
            </a:r>
            <a:r>
              <a:rPr lang="es-CO" sz="1500" dirty="0"/>
              <a:t> </a:t>
            </a:r>
          </a:p>
          <a:p>
            <a:r>
              <a:rPr lang="es-CO" sz="1500" dirty="0">
                <a:solidFill>
                  <a:schemeClr val="accent6">
                    <a:lumMod val="75000"/>
                  </a:schemeClr>
                </a:solidFill>
              </a:rPr>
              <a:t>Duración: 40 horas</a:t>
            </a:r>
            <a:endParaRPr lang="es-CO" sz="150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1F78350-BAF5-4D08-9595-28FBF14D9646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6626552-8781-4C38-8BF1-5B903348F736}"/>
              </a:ext>
            </a:extLst>
          </p:cNvPr>
          <p:cNvSpPr txBox="1"/>
          <p:nvPr/>
        </p:nvSpPr>
        <p:spPr>
          <a:xfrm>
            <a:off x="4017863" y="2935891"/>
            <a:ext cx="178145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Conocimiento de estadísticas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B80BFE5-6856-4E55-B3B3-125A22FD629E}"/>
              </a:ext>
            </a:extLst>
          </p:cNvPr>
          <p:cNvSpPr txBox="1"/>
          <p:nvPr/>
        </p:nvSpPr>
        <p:spPr>
          <a:xfrm>
            <a:off x="6392680" y="2935891"/>
            <a:ext cx="1379719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Análisis de imagen 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155723B-A02C-4A69-923E-8C70FE7EB442}"/>
              </a:ext>
            </a:extLst>
          </p:cNvPr>
          <p:cNvSpPr txBox="1"/>
          <p:nvPr/>
        </p:nvSpPr>
        <p:spPr>
          <a:xfrm>
            <a:off x="8029584" y="2935891"/>
            <a:ext cx="178145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CO" dirty="0"/>
              <a:t>Formulas 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A1E7C49-21A6-4C2A-934C-4FEEF055D76F}"/>
              </a:ext>
            </a:extLst>
          </p:cNvPr>
          <p:cNvSpPr/>
          <p:nvPr/>
        </p:nvSpPr>
        <p:spPr>
          <a:xfrm>
            <a:off x="4017863" y="5163671"/>
            <a:ext cx="6403608" cy="416858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962188-5524-488F-BCAD-EEF603529A1C}"/>
              </a:ext>
            </a:extLst>
          </p:cNvPr>
          <p:cNvSpPr txBox="1"/>
          <p:nvPr/>
        </p:nvSpPr>
        <p:spPr>
          <a:xfrm>
            <a:off x="6095999" y="4787664"/>
            <a:ext cx="263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100% Terminado</a:t>
            </a:r>
          </a:p>
        </p:txBody>
      </p:sp>
    </p:spTree>
    <p:extLst>
      <p:ext uri="{BB962C8B-B14F-4D97-AF65-F5344CB8AC3E}">
        <p14:creationId xmlns:p14="http://schemas.microsoft.com/office/powerpoint/2010/main" val="3024503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203238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Aprendiz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3943627" y="304718"/>
            <a:ext cx="705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Anuncios Recientes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D293CB-26B9-40CC-A760-68E1448EA47D}"/>
              </a:ext>
            </a:extLst>
          </p:cNvPr>
          <p:cNvSpPr txBox="1"/>
          <p:nvPr/>
        </p:nvSpPr>
        <p:spPr>
          <a:xfrm>
            <a:off x="537883" y="1707445"/>
            <a:ext cx="340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📖Mi Programa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🗃️Mi ficha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14138E9-3388-40E0-AEE0-944BDCF1F7CA}"/>
              </a:ext>
            </a:extLst>
          </p:cNvPr>
          <p:cNvSpPr txBox="1"/>
          <p:nvPr/>
        </p:nvSpPr>
        <p:spPr>
          <a:xfrm>
            <a:off x="544883" y="333491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👥Mis Instructores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40E0A57-C8A4-4BE4-A734-A3CC52646C5F}"/>
              </a:ext>
            </a:extLst>
          </p:cNvPr>
          <p:cNvSpPr txBox="1"/>
          <p:nvPr/>
        </p:nvSpPr>
        <p:spPr>
          <a:xfrm>
            <a:off x="544884" y="375874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👜Cursos Complementarios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44884" y="4222920"/>
            <a:ext cx="305528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04AE6F7-C9A0-467B-85A7-99D71988F74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9CE763FD-31AC-4D62-A33C-C767DBEA7AF0}"/>
              </a:ext>
            </a:extLst>
          </p:cNvPr>
          <p:cNvSpPr/>
          <p:nvPr/>
        </p:nvSpPr>
        <p:spPr>
          <a:xfrm>
            <a:off x="3943627" y="1083025"/>
            <a:ext cx="7703490" cy="1390236"/>
          </a:xfrm>
          <a:prstGeom prst="roundRect">
            <a:avLst/>
          </a:prstGeom>
          <a:solidFill>
            <a:srgbClr val="66FF99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D433548-91C4-4356-B496-D5B944B6DE45}"/>
              </a:ext>
            </a:extLst>
          </p:cNvPr>
          <p:cNvSpPr/>
          <p:nvPr/>
        </p:nvSpPr>
        <p:spPr>
          <a:xfrm>
            <a:off x="3958193" y="2824467"/>
            <a:ext cx="7703490" cy="1390236"/>
          </a:xfrm>
          <a:prstGeom prst="roundRect">
            <a:avLst/>
          </a:prstGeom>
          <a:solidFill>
            <a:srgbClr val="66FF99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D11CE37-E746-426A-A937-75B0BC063FA0}"/>
              </a:ext>
            </a:extLst>
          </p:cNvPr>
          <p:cNvSpPr txBox="1"/>
          <p:nvPr/>
        </p:nvSpPr>
        <p:spPr>
          <a:xfrm>
            <a:off x="4155141" y="1365265"/>
            <a:ext cx="684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Cambio en el horario de clases</a:t>
            </a:r>
          </a:p>
          <a:p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2024-10-04</a:t>
            </a:r>
          </a:p>
          <a:p>
            <a:r>
              <a:rPr lang="es-CO" dirty="0"/>
              <a:t>Nos encontraremos en el ambiente 401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96D3067-BCA5-428D-9CD6-4637B241DAE0}"/>
              </a:ext>
            </a:extLst>
          </p:cNvPr>
          <p:cNvSpPr txBox="1"/>
          <p:nvPr/>
        </p:nvSpPr>
        <p:spPr>
          <a:xfrm>
            <a:off x="4155141" y="3046648"/>
            <a:ext cx="684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Convocatoria</a:t>
            </a:r>
          </a:p>
          <a:p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2024-03-07</a:t>
            </a:r>
          </a:p>
          <a:p>
            <a:r>
              <a:rPr lang="es-CO" dirty="0"/>
              <a:t>Concursos de fotografía, canto, baile.</a:t>
            </a:r>
          </a:p>
        </p:txBody>
      </p:sp>
    </p:spTree>
    <p:extLst>
      <p:ext uri="{BB962C8B-B14F-4D97-AF65-F5344CB8AC3E}">
        <p14:creationId xmlns:p14="http://schemas.microsoft.com/office/powerpoint/2010/main" val="4000446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74811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Instructor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446494" y="574660"/>
            <a:ext cx="733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Bienvenido a tu Portal Instructor Ricardo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13BBEC1-2729-4443-A8C8-B68107483C48}"/>
              </a:ext>
            </a:extLst>
          </p:cNvPr>
          <p:cNvSpPr txBox="1"/>
          <p:nvPr/>
        </p:nvSpPr>
        <p:spPr>
          <a:xfrm>
            <a:off x="4446494" y="1178563"/>
            <a:ext cx="733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Selecciona una opción del menú para consultar tu información académica </a:t>
            </a:r>
            <a:r>
              <a:rPr lang="es-CO" u="sng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🗃️Mis fichas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76264" y="3278280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073F67F4-C033-48ED-B7BE-159586BAA33B}"/>
              </a:ext>
            </a:extLst>
          </p:cNvPr>
          <p:cNvSpPr/>
          <p:nvPr/>
        </p:nvSpPr>
        <p:spPr>
          <a:xfrm rot="10800000">
            <a:off x="7288306" y="2908948"/>
            <a:ext cx="1303526" cy="425971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3554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74811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Instructor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141133" y="353392"/>
            <a:ext cx="733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Mis Fichas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🗃️Mis fichas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60571" y="3321266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61EEF9B-DBE6-4A9D-B55C-A7CE8B2C9D87}"/>
              </a:ext>
            </a:extLst>
          </p:cNvPr>
          <p:cNvSpPr/>
          <p:nvPr/>
        </p:nvSpPr>
        <p:spPr>
          <a:xfrm>
            <a:off x="4141133" y="1316410"/>
            <a:ext cx="3402667" cy="1722625"/>
          </a:xfrm>
          <a:prstGeom prst="rect">
            <a:avLst/>
          </a:prstGeom>
          <a:solidFill>
            <a:srgbClr val="66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BDF9A52-2719-4098-83B3-185EB937DE2D}"/>
              </a:ext>
            </a:extLst>
          </p:cNvPr>
          <p:cNvSpPr/>
          <p:nvPr/>
        </p:nvSpPr>
        <p:spPr>
          <a:xfrm>
            <a:off x="8187579" y="1296494"/>
            <a:ext cx="3402667" cy="1722625"/>
          </a:xfrm>
          <a:prstGeom prst="rect">
            <a:avLst/>
          </a:prstGeom>
          <a:solidFill>
            <a:srgbClr val="66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7615D1C-E892-4645-95BA-523B97B47041}"/>
              </a:ext>
            </a:extLst>
          </p:cNvPr>
          <p:cNvSpPr/>
          <p:nvPr/>
        </p:nvSpPr>
        <p:spPr>
          <a:xfrm>
            <a:off x="6001309" y="3690598"/>
            <a:ext cx="3402667" cy="1722625"/>
          </a:xfrm>
          <a:prstGeom prst="rect">
            <a:avLst/>
          </a:prstGeom>
          <a:solidFill>
            <a:srgbClr val="66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679E37E-8021-4712-AF30-9859A930BEF7}"/>
              </a:ext>
            </a:extLst>
          </p:cNvPr>
          <p:cNvSpPr txBox="1"/>
          <p:nvPr/>
        </p:nvSpPr>
        <p:spPr>
          <a:xfrm>
            <a:off x="4141133" y="1444777"/>
            <a:ext cx="3593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Ficha #3175010</a:t>
            </a:r>
          </a:p>
          <a:p>
            <a:endParaRPr lang="es-CO" b="1" dirty="0"/>
          </a:p>
          <a:p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Análisis de Desarrollo de software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9B86A5-428F-4767-BFF5-5501FED56034}"/>
              </a:ext>
            </a:extLst>
          </p:cNvPr>
          <p:cNvSpPr txBox="1"/>
          <p:nvPr/>
        </p:nvSpPr>
        <p:spPr>
          <a:xfrm>
            <a:off x="4545106" y="2482977"/>
            <a:ext cx="2482942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Ver Aprendices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AF3CE15-A7BD-4B36-8E25-544E2BE03D1A}"/>
              </a:ext>
            </a:extLst>
          </p:cNvPr>
          <p:cNvSpPr txBox="1"/>
          <p:nvPr/>
        </p:nvSpPr>
        <p:spPr>
          <a:xfrm>
            <a:off x="8187579" y="1370546"/>
            <a:ext cx="3593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Ficha #634680</a:t>
            </a:r>
          </a:p>
          <a:p>
            <a:endParaRPr lang="es-CO" b="1" dirty="0"/>
          </a:p>
          <a:p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Mantenimiento de equipos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1DE5F81-90FD-4CFA-8D66-AEC9BEBB65FA}"/>
              </a:ext>
            </a:extLst>
          </p:cNvPr>
          <p:cNvSpPr txBox="1"/>
          <p:nvPr/>
        </p:nvSpPr>
        <p:spPr>
          <a:xfrm>
            <a:off x="8647441" y="2482977"/>
            <a:ext cx="2482942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Ver Aprendices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64CEEAB-B859-4154-BACE-94EF275FC15C}"/>
              </a:ext>
            </a:extLst>
          </p:cNvPr>
          <p:cNvSpPr txBox="1"/>
          <p:nvPr/>
        </p:nvSpPr>
        <p:spPr>
          <a:xfrm>
            <a:off x="6504313" y="4880225"/>
            <a:ext cx="2482942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Ver Aprendices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D3EC119-7EFF-47DB-8BB4-73EF2038EE32}"/>
              </a:ext>
            </a:extLst>
          </p:cNvPr>
          <p:cNvSpPr txBox="1"/>
          <p:nvPr/>
        </p:nvSpPr>
        <p:spPr>
          <a:xfrm>
            <a:off x="6095999" y="3728917"/>
            <a:ext cx="3593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Ficha #037454</a:t>
            </a:r>
          </a:p>
          <a:p>
            <a:endParaRPr lang="es-CO" b="1" dirty="0"/>
          </a:p>
          <a:p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Hotelería y Turismo</a:t>
            </a:r>
          </a:p>
        </p:txBody>
      </p:sp>
    </p:spTree>
    <p:extLst>
      <p:ext uri="{BB962C8B-B14F-4D97-AF65-F5344CB8AC3E}">
        <p14:creationId xmlns:p14="http://schemas.microsoft.com/office/powerpoint/2010/main" val="547702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74811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53268"/>
            <a:ext cx="34278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Instructor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3943627" y="353268"/>
            <a:ext cx="7059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200" b="1" dirty="0">
                <a:latin typeface="Arial" panose="020B0604020202020204" pitchFamily="34" charset="0"/>
                <a:cs typeface="Arial" panose="020B0604020202020204" pitchFamily="34" charset="0"/>
              </a:rPr>
              <a:t>Aprendices #3175010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🗃️Mis fichas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60571" y="3323100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1C33BDB-A6B2-43AC-9BF3-91CE0C87DED0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6303A93-CDDB-40EB-9914-CC3826C97E2A}"/>
              </a:ext>
            </a:extLst>
          </p:cNvPr>
          <p:cNvSpPr/>
          <p:nvPr/>
        </p:nvSpPr>
        <p:spPr>
          <a:xfrm>
            <a:off x="4022068" y="1238044"/>
            <a:ext cx="3093098" cy="188167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40A03BDC-3D3A-4398-BB6C-082ACFE076E6}"/>
              </a:ext>
            </a:extLst>
          </p:cNvPr>
          <p:cNvSpPr/>
          <p:nvPr/>
        </p:nvSpPr>
        <p:spPr>
          <a:xfrm>
            <a:off x="8412533" y="1204118"/>
            <a:ext cx="3093098" cy="188167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15FF538-0A82-488B-82A4-03F0AE6892A2}"/>
              </a:ext>
            </a:extLst>
          </p:cNvPr>
          <p:cNvSpPr/>
          <p:nvPr/>
        </p:nvSpPr>
        <p:spPr>
          <a:xfrm>
            <a:off x="6095999" y="3429000"/>
            <a:ext cx="3093098" cy="188167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ACD4F1-F379-4707-8B84-54A5D20CC855}"/>
              </a:ext>
            </a:extLst>
          </p:cNvPr>
          <p:cNvSpPr txBox="1"/>
          <p:nvPr/>
        </p:nvSpPr>
        <p:spPr>
          <a:xfrm>
            <a:off x="4145611" y="1954867"/>
            <a:ext cx="2846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Sara Martínez</a:t>
            </a:r>
          </a:p>
          <a:p>
            <a:pPr algn="ctr"/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103458383</a:t>
            </a:r>
          </a:p>
          <a:p>
            <a:pPr algn="ctr"/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Haz clic para más detalles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31B520A-C03A-4CA5-BF85-D637FF1ED165}"/>
              </a:ext>
            </a:extLst>
          </p:cNvPr>
          <p:cNvSpPr txBox="1"/>
          <p:nvPr/>
        </p:nvSpPr>
        <p:spPr>
          <a:xfrm>
            <a:off x="8434376" y="1919628"/>
            <a:ext cx="3093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Andrés Arias</a:t>
            </a:r>
          </a:p>
          <a:p>
            <a:pPr algn="ctr"/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13366339</a:t>
            </a:r>
          </a:p>
          <a:p>
            <a:pPr algn="ctr"/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Haz clic para más detalles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DC47765-CC04-4431-BB5E-175CF3F7497B}"/>
              </a:ext>
            </a:extLst>
          </p:cNvPr>
          <p:cNvSpPr txBox="1"/>
          <p:nvPr/>
        </p:nvSpPr>
        <p:spPr>
          <a:xfrm>
            <a:off x="6336915" y="4182579"/>
            <a:ext cx="28460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/>
              <a:t>Sofia Maldonado </a:t>
            </a:r>
          </a:p>
          <a:p>
            <a:pPr algn="ctr"/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173548287</a:t>
            </a:r>
          </a:p>
          <a:p>
            <a:pPr algn="ctr"/>
            <a:r>
              <a:rPr lang="es-CO" dirty="0">
                <a:solidFill>
                  <a:schemeClr val="accent1">
                    <a:lumMod val="75000"/>
                  </a:schemeClr>
                </a:solidFill>
              </a:rPr>
              <a:t>Haz clic para más detalles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F970F3-0029-4C29-BA05-A7C95D97C4B4}"/>
              </a:ext>
            </a:extLst>
          </p:cNvPr>
          <p:cNvSpPr txBox="1"/>
          <p:nvPr/>
        </p:nvSpPr>
        <p:spPr>
          <a:xfrm>
            <a:off x="7417173" y="3788916"/>
            <a:ext cx="99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🧒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51C718A-817D-4CA2-A649-196E396937BC}"/>
              </a:ext>
            </a:extLst>
          </p:cNvPr>
          <p:cNvSpPr txBox="1"/>
          <p:nvPr/>
        </p:nvSpPr>
        <p:spPr>
          <a:xfrm>
            <a:off x="5240994" y="1536872"/>
            <a:ext cx="99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🧒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3BC5FE8-630E-4635-A222-65ED6330E1A2}"/>
              </a:ext>
            </a:extLst>
          </p:cNvPr>
          <p:cNvSpPr txBox="1"/>
          <p:nvPr/>
        </p:nvSpPr>
        <p:spPr>
          <a:xfrm>
            <a:off x="9664232" y="1535316"/>
            <a:ext cx="99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🧒</a:t>
            </a:r>
          </a:p>
        </p:txBody>
      </p:sp>
    </p:spTree>
    <p:extLst>
      <p:ext uri="{BB962C8B-B14F-4D97-AF65-F5344CB8AC3E}">
        <p14:creationId xmlns:p14="http://schemas.microsoft.com/office/powerpoint/2010/main" val="671449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5" y="174811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Instructor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🗃️Mis fichas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76264" y="3291029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2B2E6BA-D8C0-49AC-A445-B1E5C94A9CEE}"/>
              </a:ext>
            </a:extLst>
          </p:cNvPr>
          <p:cNvSpPr/>
          <p:nvPr/>
        </p:nvSpPr>
        <p:spPr>
          <a:xfrm>
            <a:off x="4101353" y="605117"/>
            <a:ext cx="7545764" cy="2247191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33C82E8-652A-4B35-87E8-5F68C7F9A25C}"/>
              </a:ext>
            </a:extLst>
          </p:cNvPr>
          <p:cNvSpPr txBox="1"/>
          <p:nvPr/>
        </p:nvSpPr>
        <p:spPr>
          <a:xfrm>
            <a:off x="4101352" y="655219"/>
            <a:ext cx="42884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chemeClr val="accent6">
                    <a:lumMod val="75000"/>
                  </a:schemeClr>
                </a:solidFill>
              </a:rPr>
              <a:t>Aprendiz Sara Martínez</a:t>
            </a:r>
          </a:p>
          <a:p>
            <a:endParaRPr lang="es-CO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CO" b="1" dirty="0">
                <a:solidFill>
                  <a:schemeClr val="accent6">
                    <a:lumMod val="75000"/>
                  </a:schemeClr>
                </a:solidFill>
              </a:rPr>
              <a:t>Correo: </a:t>
            </a:r>
            <a:r>
              <a:rPr lang="es-CO" b="1" dirty="0">
                <a:solidFill>
                  <a:schemeClr val="accent6">
                    <a:lumMod val="75000"/>
                  </a:schemeClr>
                </a:solidFill>
                <a:hlinkClick r:id="rId2"/>
              </a:rPr>
              <a:t>sara_mtnz@sena.ed.co</a:t>
            </a:r>
            <a:endParaRPr lang="es-CO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s-CO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CO" b="1" dirty="0">
                <a:solidFill>
                  <a:schemeClr val="accent6">
                    <a:lumMod val="75000"/>
                  </a:schemeClr>
                </a:solidFill>
              </a:rPr>
              <a:t>Teléfono: 3213276354  </a:t>
            </a:r>
          </a:p>
          <a:p>
            <a:endParaRPr lang="es-CO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s-CO" b="1" dirty="0">
                <a:solidFill>
                  <a:schemeClr val="accent6">
                    <a:lumMod val="75000"/>
                  </a:schemeClr>
                </a:solidFill>
              </a:rPr>
              <a:t>Programa: Programación de software </a:t>
            </a:r>
          </a:p>
        </p:txBody>
      </p:sp>
    </p:spTree>
    <p:extLst>
      <p:ext uri="{BB962C8B-B14F-4D97-AF65-F5344CB8AC3E}">
        <p14:creationId xmlns:p14="http://schemas.microsoft.com/office/powerpoint/2010/main" val="3998353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5" y="174811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Instructor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5284694" y="174811"/>
            <a:ext cx="53519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Mi horario de Formación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523318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🗃️Mis fichas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68702" y="3308842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25504FA-A565-4BC1-9DC8-8B81C6C8A320}"/>
              </a:ext>
            </a:extLst>
          </p:cNvPr>
          <p:cNvSpPr/>
          <p:nvPr/>
        </p:nvSpPr>
        <p:spPr>
          <a:xfrm>
            <a:off x="3943627" y="916829"/>
            <a:ext cx="7710490" cy="53898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C8337DE-59AE-4481-8624-B1699B3A93F9}"/>
              </a:ext>
            </a:extLst>
          </p:cNvPr>
          <p:cNvSpPr/>
          <p:nvPr/>
        </p:nvSpPr>
        <p:spPr>
          <a:xfrm>
            <a:off x="4087906" y="1264024"/>
            <a:ext cx="1573306" cy="48812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7AEFA55-7C07-47E9-B85B-3FB5DA5E996D}"/>
              </a:ext>
            </a:extLst>
          </p:cNvPr>
          <p:cNvSpPr/>
          <p:nvPr/>
        </p:nvSpPr>
        <p:spPr>
          <a:xfrm>
            <a:off x="5798200" y="1264072"/>
            <a:ext cx="1573306" cy="48812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CB0987C-06DF-4DE2-A069-8809D8572659}"/>
              </a:ext>
            </a:extLst>
          </p:cNvPr>
          <p:cNvSpPr/>
          <p:nvPr/>
        </p:nvSpPr>
        <p:spPr>
          <a:xfrm>
            <a:off x="7508494" y="1264024"/>
            <a:ext cx="1573306" cy="48812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2924044-ADB9-4278-9098-6514E0B8B4DF}"/>
              </a:ext>
            </a:extLst>
          </p:cNvPr>
          <p:cNvSpPr/>
          <p:nvPr/>
        </p:nvSpPr>
        <p:spPr>
          <a:xfrm>
            <a:off x="9265011" y="1264024"/>
            <a:ext cx="1573306" cy="4881282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: esquinas superiores, una redondeada y la otra cortada 5">
            <a:extLst>
              <a:ext uri="{FF2B5EF4-FFF2-40B4-BE49-F238E27FC236}">
                <a16:creationId xmlns:a16="http://schemas.microsoft.com/office/drawing/2014/main" id="{DA62BF64-F4E9-4069-B6D7-FDB0C119A9A8}"/>
              </a:ext>
            </a:extLst>
          </p:cNvPr>
          <p:cNvSpPr/>
          <p:nvPr/>
        </p:nvSpPr>
        <p:spPr>
          <a:xfrm>
            <a:off x="4167179" y="1892111"/>
            <a:ext cx="1392613" cy="1386169"/>
          </a:xfrm>
          <a:prstGeom prst="snip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Rectángulo: esquinas superiores, una redondeada y la otra cortada 27">
            <a:extLst>
              <a:ext uri="{FF2B5EF4-FFF2-40B4-BE49-F238E27FC236}">
                <a16:creationId xmlns:a16="http://schemas.microsoft.com/office/drawing/2014/main" id="{B2312C03-7E7A-408A-923C-480686C06DD7}"/>
              </a:ext>
            </a:extLst>
          </p:cNvPr>
          <p:cNvSpPr/>
          <p:nvPr/>
        </p:nvSpPr>
        <p:spPr>
          <a:xfrm>
            <a:off x="4189867" y="3736238"/>
            <a:ext cx="1392613" cy="1386169"/>
          </a:xfrm>
          <a:prstGeom prst="snip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Sol 8">
            <a:extLst>
              <a:ext uri="{FF2B5EF4-FFF2-40B4-BE49-F238E27FC236}">
                <a16:creationId xmlns:a16="http://schemas.microsoft.com/office/drawing/2014/main" id="{CC9D32ED-B77F-44BC-8186-F7292D8B8677}"/>
              </a:ext>
            </a:extLst>
          </p:cNvPr>
          <p:cNvSpPr/>
          <p:nvPr/>
        </p:nvSpPr>
        <p:spPr>
          <a:xfrm>
            <a:off x="6095999" y="2892650"/>
            <a:ext cx="932050" cy="811601"/>
          </a:xfrm>
          <a:prstGeom prst="su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DAC3F80-B759-4A94-A170-291D6D55BE78}"/>
              </a:ext>
            </a:extLst>
          </p:cNvPr>
          <p:cNvSpPr txBox="1"/>
          <p:nvPr/>
        </p:nvSpPr>
        <p:spPr>
          <a:xfrm>
            <a:off x="4241426" y="1941566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Diseño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C9EAA75-FE35-4E37-80B1-C8EBAEB6C186}"/>
              </a:ext>
            </a:extLst>
          </p:cNvPr>
          <p:cNvSpPr txBox="1"/>
          <p:nvPr/>
        </p:nvSpPr>
        <p:spPr>
          <a:xfrm>
            <a:off x="4241425" y="2267351"/>
            <a:ext cx="1616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Ficha#3175010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E31445B-9EC2-4A36-A6B6-5C8D277C6233}"/>
              </a:ext>
            </a:extLst>
          </p:cNvPr>
          <p:cNvSpPr txBox="1"/>
          <p:nvPr/>
        </p:nvSpPr>
        <p:spPr>
          <a:xfrm>
            <a:off x="4241425" y="2539363"/>
            <a:ext cx="1616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8:00am – 10:00am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39EAC9F-8446-470D-B6DC-9B4B6D81DF60}"/>
              </a:ext>
            </a:extLst>
          </p:cNvPr>
          <p:cNvSpPr txBox="1"/>
          <p:nvPr/>
        </p:nvSpPr>
        <p:spPr>
          <a:xfrm>
            <a:off x="4241425" y="2841489"/>
            <a:ext cx="16161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Ambiente:301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4CE3E85-0561-43C6-B241-F796774F8166}"/>
              </a:ext>
            </a:extLst>
          </p:cNvPr>
          <p:cNvSpPr txBox="1"/>
          <p:nvPr/>
        </p:nvSpPr>
        <p:spPr>
          <a:xfrm>
            <a:off x="4379387" y="3735064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Desarrollo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9FA686-DED9-4946-ABD2-DAF69E0CC4CF}"/>
              </a:ext>
            </a:extLst>
          </p:cNvPr>
          <p:cNvSpPr txBox="1"/>
          <p:nvPr/>
        </p:nvSpPr>
        <p:spPr>
          <a:xfrm>
            <a:off x="4241425" y="4100974"/>
            <a:ext cx="1365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Ficha #812364</a:t>
            </a:r>
          </a:p>
          <a:p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12:00 – 4:00pm</a:t>
            </a:r>
          </a:p>
          <a:p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Ambiente:203</a:t>
            </a:r>
          </a:p>
        </p:txBody>
      </p:sp>
      <p:sp>
        <p:nvSpPr>
          <p:cNvPr id="36" name="Rectángulo: esquinas superiores, una redondeada y la otra cortada 35">
            <a:extLst>
              <a:ext uri="{FF2B5EF4-FFF2-40B4-BE49-F238E27FC236}">
                <a16:creationId xmlns:a16="http://schemas.microsoft.com/office/drawing/2014/main" id="{952952E8-7DFA-4A6D-9BEE-0B30A18D7209}"/>
              </a:ext>
            </a:extLst>
          </p:cNvPr>
          <p:cNvSpPr/>
          <p:nvPr/>
        </p:nvSpPr>
        <p:spPr>
          <a:xfrm>
            <a:off x="7573491" y="2908948"/>
            <a:ext cx="1392613" cy="1386169"/>
          </a:xfrm>
          <a:prstGeom prst="snip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Rectángulo: esquinas superiores, una redondeada y la otra cortada 36">
            <a:extLst>
              <a:ext uri="{FF2B5EF4-FFF2-40B4-BE49-F238E27FC236}">
                <a16:creationId xmlns:a16="http://schemas.microsoft.com/office/drawing/2014/main" id="{E14E7D9C-A2C4-40A7-AF76-B1EB84767E8C}"/>
              </a:ext>
            </a:extLst>
          </p:cNvPr>
          <p:cNvSpPr/>
          <p:nvPr/>
        </p:nvSpPr>
        <p:spPr>
          <a:xfrm>
            <a:off x="9355356" y="2014899"/>
            <a:ext cx="1392613" cy="1386169"/>
          </a:xfrm>
          <a:prstGeom prst="snip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8" name="Rectángulo: esquinas superiores, una redondeada y la otra cortada 37">
            <a:extLst>
              <a:ext uri="{FF2B5EF4-FFF2-40B4-BE49-F238E27FC236}">
                <a16:creationId xmlns:a16="http://schemas.microsoft.com/office/drawing/2014/main" id="{DA245F54-E189-4CFE-A068-4D0388974337}"/>
              </a:ext>
            </a:extLst>
          </p:cNvPr>
          <p:cNvSpPr/>
          <p:nvPr/>
        </p:nvSpPr>
        <p:spPr>
          <a:xfrm>
            <a:off x="9355356" y="4393578"/>
            <a:ext cx="1392613" cy="1386169"/>
          </a:xfrm>
          <a:prstGeom prst="snip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7F9C079-AA6A-420F-9553-C47B07FA5A9E}"/>
              </a:ext>
            </a:extLst>
          </p:cNvPr>
          <p:cNvSpPr txBox="1"/>
          <p:nvPr/>
        </p:nvSpPr>
        <p:spPr>
          <a:xfrm>
            <a:off x="9433386" y="2371619"/>
            <a:ext cx="1365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Ficha #281728</a:t>
            </a:r>
          </a:p>
          <a:p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12:00 – 4:00pm</a:t>
            </a:r>
          </a:p>
          <a:p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Ambiente:203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7183CF9-79EB-4367-89A1-407D84DCF1C9}"/>
              </a:ext>
            </a:extLst>
          </p:cNvPr>
          <p:cNvSpPr txBox="1"/>
          <p:nvPr/>
        </p:nvSpPr>
        <p:spPr>
          <a:xfrm>
            <a:off x="9448649" y="2018750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Bases 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276CEFC-ADE4-4E93-81DC-666BCEA835D7}"/>
              </a:ext>
            </a:extLst>
          </p:cNvPr>
          <p:cNvSpPr txBox="1"/>
          <p:nvPr/>
        </p:nvSpPr>
        <p:spPr>
          <a:xfrm>
            <a:off x="9379881" y="4481222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Ideas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CBAD1AEE-DE96-403B-A30D-617F743C93CB}"/>
              </a:ext>
            </a:extLst>
          </p:cNvPr>
          <p:cNvSpPr txBox="1"/>
          <p:nvPr/>
        </p:nvSpPr>
        <p:spPr>
          <a:xfrm>
            <a:off x="7666784" y="2940613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Vistas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0B27864-DD53-4BF2-A6D6-969B96FCBE5C}"/>
              </a:ext>
            </a:extLst>
          </p:cNvPr>
          <p:cNvSpPr txBox="1"/>
          <p:nvPr/>
        </p:nvSpPr>
        <p:spPr>
          <a:xfrm>
            <a:off x="7635259" y="3278280"/>
            <a:ext cx="1365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Ficha #63826</a:t>
            </a:r>
          </a:p>
          <a:p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12:00 – 4:00pm</a:t>
            </a:r>
          </a:p>
          <a:p>
            <a:endParaRPr lang="es-CO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Ambiente:203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A1EEEFC3-EBD8-44E5-9EC3-5EFD06BFC044}"/>
              </a:ext>
            </a:extLst>
          </p:cNvPr>
          <p:cNvSpPr txBox="1"/>
          <p:nvPr/>
        </p:nvSpPr>
        <p:spPr>
          <a:xfrm>
            <a:off x="4394107" y="1384614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Lunes 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0CF2D3D-3C7D-4B7F-B3C1-B6BBEE8D0B68}"/>
              </a:ext>
            </a:extLst>
          </p:cNvPr>
          <p:cNvSpPr txBox="1"/>
          <p:nvPr/>
        </p:nvSpPr>
        <p:spPr>
          <a:xfrm>
            <a:off x="6138862" y="1341866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Martes 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2B12D59-8714-4BF7-83E7-1104E49926D1}"/>
              </a:ext>
            </a:extLst>
          </p:cNvPr>
          <p:cNvSpPr txBox="1"/>
          <p:nvPr/>
        </p:nvSpPr>
        <p:spPr>
          <a:xfrm>
            <a:off x="7704970" y="1321209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Miércoles 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FABC6C4-D71C-4E9F-9695-C60D3971CBA9}"/>
              </a:ext>
            </a:extLst>
          </p:cNvPr>
          <p:cNvSpPr txBox="1"/>
          <p:nvPr/>
        </p:nvSpPr>
        <p:spPr>
          <a:xfrm>
            <a:off x="9602467" y="1321209"/>
            <a:ext cx="1206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Jueves 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6BA4EF3-0A10-4BAF-9C4E-B79512C96103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8616976-7E86-46E2-8077-F37F64060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652" y="4884013"/>
            <a:ext cx="1206026" cy="89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600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94128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Instructor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585447" y="393609"/>
            <a:ext cx="7059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Mi Ubicación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🗃️Mis fichas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49289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60572" y="3415601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76AD6F8-0655-44B8-B637-76ED9FE58089}"/>
              </a:ext>
            </a:extLst>
          </p:cNvPr>
          <p:cNvSpPr/>
          <p:nvPr/>
        </p:nvSpPr>
        <p:spPr>
          <a:xfrm>
            <a:off x="4087906" y="393609"/>
            <a:ext cx="7566211" cy="5697909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F6DEA2-56EE-4865-B32A-50BEBE979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971" y="1358153"/>
            <a:ext cx="6251087" cy="410135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9957C4C3-16B7-42E3-A0E1-755745DE14AE}"/>
              </a:ext>
            </a:extLst>
          </p:cNvPr>
          <p:cNvSpPr txBox="1"/>
          <p:nvPr/>
        </p:nvSpPr>
        <p:spPr>
          <a:xfrm>
            <a:off x="537883" y="5872957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</p:spTree>
    <p:extLst>
      <p:ext uri="{BB962C8B-B14F-4D97-AF65-F5344CB8AC3E}">
        <p14:creationId xmlns:p14="http://schemas.microsoft.com/office/powerpoint/2010/main" val="3984584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5" y="174811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Instructor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🗓️Mi horario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🗃️Mis fichas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76264" y="3291029"/>
            <a:ext cx="305528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🔔Anuncios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3C6E208-FD8C-49D8-A6EF-0118D5CB6E66}"/>
              </a:ext>
            </a:extLst>
          </p:cNvPr>
          <p:cNvSpPr/>
          <p:nvPr/>
        </p:nvSpPr>
        <p:spPr>
          <a:xfrm>
            <a:off x="3903146" y="349623"/>
            <a:ext cx="7743971" cy="3657601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5EC6786-B32A-4703-B2B9-07D86F55FBE3}"/>
              </a:ext>
            </a:extLst>
          </p:cNvPr>
          <p:cNvSpPr txBox="1"/>
          <p:nvPr/>
        </p:nvSpPr>
        <p:spPr>
          <a:xfrm>
            <a:off x="4020671" y="578224"/>
            <a:ext cx="5930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Crear Nuevo Anuncio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EF47B44-D398-4F69-9C78-26417C72E474}"/>
              </a:ext>
            </a:extLst>
          </p:cNvPr>
          <p:cNvSpPr/>
          <p:nvPr/>
        </p:nvSpPr>
        <p:spPr>
          <a:xfrm>
            <a:off x="3973606" y="1332856"/>
            <a:ext cx="7409329" cy="1156447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99EA82F-C45C-4FF1-8B2E-9981ED846F53}"/>
              </a:ext>
            </a:extLst>
          </p:cNvPr>
          <p:cNvSpPr txBox="1"/>
          <p:nvPr/>
        </p:nvSpPr>
        <p:spPr>
          <a:xfrm>
            <a:off x="4020671" y="955540"/>
            <a:ext cx="2353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Mensaje del Anuncio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7B34444-2678-4994-9B54-3498E50473EA}"/>
              </a:ext>
            </a:extLst>
          </p:cNvPr>
          <p:cNvSpPr txBox="1"/>
          <p:nvPr/>
        </p:nvSpPr>
        <p:spPr>
          <a:xfrm>
            <a:off x="4020671" y="1324872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Escribe el mensaje del anuncio aquí…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B550FE4-3E2D-438F-A309-40C3F9966836}"/>
              </a:ext>
            </a:extLst>
          </p:cNvPr>
          <p:cNvSpPr txBox="1"/>
          <p:nvPr/>
        </p:nvSpPr>
        <p:spPr>
          <a:xfrm>
            <a:off x="4020670" y="2569985"/>
            <a:ext cx="2353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Seleccionar Ficha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4E9C5A0C-DBC9-4978-BBA7-435CD9D2B4D1}"/>
              </a:ext>
            </a:extLst>
          </p:cNvPr>
          <p:cNvSpPr/>
          <p:nvPr/>
        </p:nvSpPr>
        <p:spPr>
          <a:xfrm>
            <a:off x="4020671" y="3063597"/>
            <a:ext cx="3926541" cy="365403"/>
          </a:xfrm>
          <a:prstGeom prst="round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FDBB4C6-92E4-47D4-94E8-85014EF03D7E}"/>
              </a:ext>
            </a:extLst>
          </p:cNvPr>
          <p:cNvSpPr txBox="1"/>
          <p:nvPr/>
        </p:nvSpPr>
        <p:spPr>
          <a:xfrm>
            <a:off x="4159622" y="3533446"/>
            <a:ext cx="207533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Enviar Anuncio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B17B611-584C-4565-932C-FE012C7110BF}"/>
              </a:ext>
            </a:extLst>
          </p:cNvPr>
          <p:cNvSpPr/>
          <p:nvPr/>
        </p:nvSpPr>
        <p:spPr>
          <a:xfrm>
            <a:off x="3903146" y="4195482"/>
            <a:ext cx="7750971" cy="2167976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FF7C5FC-1F6A-4FF2-AEF5-E55BBD3A7240}"/>
              </a:ext>
            </a:extLst>
          </p:cNvPr>
          <p:cNvSpPr txBox="1"/>
          <p:nvPr/>
        </p:nvSpPr>
        <p:spPr>
          <a:xfrm>
            <a:off x="3973606" y="4268981"/>
            <a:ext cx="5930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Anuncios Enviados 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E2134AED-7296-4EB0-B797-800451316CFD}"/>
              </a:ext>
            </a:extLst>
          </p:cNvPr>
          <p:cNvSpPr/>
          <p:nvPr/>
        </p:nvSpPr>
        <p:spPr>
          <a:xfrm>
            <a:off x="4070043" y="4711812"/>
            <a:ext cx="7410175" cy="1390236"/>
          </a:xfrm>
          <a:prstGeom prst="roundRect">
            <a:avLst/>
          </a:prstGeom>
          <a:solidFill>
            <a:srgbClr val="66FF99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5F2D5B1-CD2A-49DA-9FDE-C1D498268F32}"/>
              </a:ext>
            </a:extLst>
          </p:cNvPr>
          <p:cNvSpPr txBox="1"/>
          <p:nvPr/>
        </p:nvSpPr>
        <p:spPr>
          <a:xfrm>
            <a:off x="4254174" y="4968227"/>
            <a:ext cx="684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Cambio en el horario de clases para ficha #3175010</a:t>
            </a:r>
          </a:p>
          <a:p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Publicado: 2024-10-04</a:t>
            </a:r>
          </a:p>
          <a:p>
            <a:r>
              <a:rPr lang="es-CO" dirty="0"/>
              <a:t>Nos encontraremos en el ambiente 401</a:t>
            </a:r>
          </a:p>
        </p:txBody>
      </p:sp>
    </p:spTree>
    <p:extLst>
      <p:ext uri="{BB962C8B-B14F-4D97-AF65-F5344CB8AC3E}">
        <p14:creationId xmlns:p14="http://schemas.microsoft.com/office/powerpoint/2010/main" val="2648546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94982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Administración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446494" y="574660"/>
            <a:ext cx="733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Bienvenido a tu Portal Instructor Ricardo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Usuarios 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13BBEC1-2729-4443-A8C8-B68107483C48}"/>
              </a:ext>
            </a:extLst>
          </p:cNvPr>
          <p:cNvSpPr txBox="1"/>
          <p:nvPr/>
        </p:nvSpPr>
        <p:spPr>
          <a:xfrm>
            <a:off x="4446494" y="1178563"/>
            <a:ext cx="733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Selecciona una opción del menú para consultar tu información académica </a:t>
            </a:r>
            <a:r>
              <a:rPr lang="es-CO" u="sng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🗃️Gestión de Programa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37883" y="3670305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🔔Reportes Generales 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E505EE-FFDB-41C0-A299-5071B8E49EE4}"/>
              </a:ext>
            </a:extLst>
          </p:cNvPr>
          <p:cNvSpPr txBox="1"/>
          <p:nvPr/>
        </p:nvSpPr>
        <p:spPr>
          <a:xfrm>
            <a:off x="537883" y="168233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🗃️Gestionar Sitio 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0DBE868-B571-49F3-9382-415078CD2953}"/>
              </a:ext>
            </a:extLst>
          </p:cNvPr>
          <p:cNvSpPr txBox="1"/>
          <p:nvPr/>
        </p:nvSpPr>
        <p:spPr>
          <a:xfrm>
            <a:off x="560570" y="3244334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Ficha 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EB02EA75-7355-4A98-BA51-DCC03E3450B5}"/>
              </a:ext>
            </a:extLst>
          </p:cNvPr>
          <p:cNvSpPr/>
          <p:nvPr/>
        </p:nvSpPr>
        <p:spPr>
          <a:xfrm rot="10800000">
            <a:off x="7288306" y="2908948"/>
            <a:ext cx="1303526" cy="425971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3054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54641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Administración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3988451" y="380245"/>
            <a:ext cx="733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Gestión Programas de Formación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Usuarios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🗃️Gestión de Programas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37883" y="3670305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🔔Reportes Generales 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E505EE-FFDB-41C0-A299-5071B8E49EE4}"/>
              </a:ext>
            </a:extLst>
          </p:cNvPr>
          <p:cNvSpPr txBox="1"/>
          <p:nvPr/>
        </p:nvSpPr>
        <p:spPr>
          <a:xfrm>
            <a:off x="537883" y="168233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🗃️Gestionar Sitio 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0DBE868-B571-49F3-9382-415078CD2953}"/>
              </a:ext>
            </a:extLst>
          </p:cNvPr>
          <p:cNvSpPr txBox="1"/>
          <p:nvPr/>
        </p:nvSpPr>
        <p:spPr>
          <a:xfrm>
            <a:off x="560570" y="3244334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Ficha 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B64DC1A-B190-4D86-9453-7B5F868CAC57}"/>
              </a:ext>
            </a:extLst>
          </p:cNvPr>
          <p:cNvSpPr/>
          <p:nvPr/>
        </p:nvSpPr>
        <p:spPr>
          <a:xfrm>
            <a:off x="3988451" y="1427282"/>
            <a:ext cx="3402667" cy="1722625"/>
          </a:xfrm>
          <a:prstGeom prst="rect">
            <a:avLst/>
          </a:prstGeom>
          <a:solidFill>
            <a:srgbClr val="66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96A0B38-3D3A-4156-A4A9-0C9131AC0773}"/>
              </a:ext>
            </a:extLst>
          </p:cNvPr>
          <p:cNvSpPr/>
          <p:nvPr/>
        </p:nvSpPr>
        <p:spPr>
          <a:xfrm>
            <a:off x="8148075" y="1427282"/>
            <a:ext cx="3402667" cy="1722625"/>
          </a:xfrm>
          <a:prstGeom prst="rect">
            <a:avLst/>
          </a:prstGeom>
          <a:solidFill>
            <a:srgbClr val="66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DF71FBB-5FC0-42D7-AC6E-8F02F44A8ED3}"/>
              </a:ext>
            </a:extLst>
          </p:cNvPr>
          <p:cNvSpPr/>
          <p:nvPr/>
        </p:nvSpPr>
        <p:spPr>
          <a:xfrm>
            <a:off x="5955922" y="3944610"/>
            <a:ext cx="3402667" cy="1722625"/>
          </a:xfrm>
          <a:prstGeom prst="rect">
            <a:avLst/>
          </a:prstGeom>
          <a:solidFill>
            <a:srgbClr val="66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2C13EF7-F808-461C-A29C-587376A53439}"/>
              </a:ext>
            </a:extLst>
          </p:cNvPr>
          <p:cNvSpPr txBox="1"/>
          <p:nvPr/>
        </p:nvSpPr>
        <p:spPr>
          <a:xfrm>
            <a:off x="4043926" y="1549931"/>
            <a:ext cx="35931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Análisis y Desarrollo en Software</a:t>
            </a:r>
          </a:p>
          <a:p>
            <a:endParaRPr lang="es-CO" b="1" dirty="0"/>
          </a:p>
          <a:p>
            <a:r>
              <a:rPr lang="es-CO" b="1" dirty="0"/>
              <a:t>Código: 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283745</a:t>
            </a:r>
          </a:p>
          <a:p>
            <a:r>
              <a:rPr lang="es-CO" b="1" dirty="0"/>
              <a:t>Nivel: 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Tecnólogo</a:t>
            </a:r>
          </a:p>
          <a:p>
            <a:r>
              <a:rPr lang="es-CO" b="1" dirty="0"/>
              <a:t>Duración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: 24 meses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485AD70-02C5-4B25-8E24-78EA8F59BD50}"/>
              </a:ext>
            </a:extLst>
          </p:cNvPr>
          <p:cNvSpPr txBox="1"/>
          <p:nvPr/>
        </p:nvSpPr>
        <p:spPr>
          <a:xfrm>
            <a:off x="8148075" y="1553226"/>
            <a:ext cx="35931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Mantenimiento de equipos</a:t>
            </a:r>
          </a:p>
          <a:p>
            <a:endParaRPr lang="es-CO" b="1" dirty="0"/>
          </a:p>
          <a:p>
            <a:r>
              <a:rPr lang="es-CO" b="1" dirty="0"/>
              <a:t>Código: </a:t>
            </a:r>
            <a:r>
              <a:rPr lang="es-CO" b="1" dirty="0">
                <a:solidFill>
                  <a:schemeClr val="bg2">
                    <a:lumMod val="50000"/>
                  </a:schemeClr>
                </a:solidFill>
              </a:rPr>
              <a:t>374582</a:t>
            </a:r>
            <a:endParaRPr lang="es-CO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s-CO" b="1" dirty="0"/>
              <a:t>Nivel: 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Técnico</a:t>
            </a:r>
          </a:p>
          <a:p>
            <a:r>
              <a:rPr lang="es-CO" b="1" dirty="0"/>
              <a:t>Duración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: 15 meses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2729D4B-5F1F-4B88-B9E1-0498EAA2B204}"/>
              </a:ext>
            </a:extLst>
          </p:cNvPr>
          <p:cNvSpPr txBox="1"/>
          <p:nvPr/>
        </p:nvSpPr>
        <p:spPr>
          <a:xfrm>
            <a:off x="5974406" y="4018211"/>
            <a:ext cx="35931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Hotelería y Turismo</a:t>
            </a:r>
          </a:p>
          <a:p>
            <a:endParaRPr lang="es-CO" b="1" dirty="0"/>
          </a:p>
          <a:p>
            <a:r>
              <a:rPr lang="es-CO" b="1" dirty="0"/>
              <a:t>Código: 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263547</a:t>
            </a:r>
          </a:p>
          <a:p>
            <a:r>
              <a:rPr lang="es-CO" b="1" dirty="0"/>
              <a:t>Nivel: 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Tecnólogo</a:t>
            </a:r>
          </a:p>
          <a:p>
            <a:r>
              <a:rPr lang="es-CO" b="1" dirty="0"/>
              <a:t>Duración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: 24 meses 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5EFCAD0-6182-4012-8B45-DFB88EA7AF3A}"/>
              </a:ext>
            </a:extLst>
          </p:cNvPr>
          <p:cNvSpPr txBox="1"/>
          <p:nvPr/>
        </p:nvSpPr>
        <p:spPr>
          <a:xfrm>
            <a:off x="6768348" y="2731528"/>
            <a:ext cx="5194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🗑️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24C002D-B42E-468A-86A4-8C7C99DCD7DA}"/>
              </a:ext>
            </a:extLst>
          </p:cNvPr>
          <p:cNvSpPr txBox="1"/>
          <p:nvPr/>
        </p:nvSpPr>
        <p:spPr>
          <a:xfrm>
            <a:off x="10993934" y="2705106"/>
            <a:ext cx="5194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🗑️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3506ED7-1EE0-4FF7-B736-985F54B27F67}"/>
              </a:ext>
            </a:extLst>
          </p:cNvPr>
          <p:cNvSpPr txBox="1"/>
          <p:nvPr/>
        </p:nvSpPr>
        <p:spPr>
          <a:xfrm>
            <a:off x="8791126" y="5246052"/>
            <a:ext cx="5194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🗑️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26F2F99-8177-4E5C-B909-F0B95ACF841F}"/>
              </a:ext>
            </a:extLst>
          </p:cNvPr>
          <p:cNvSpPr txBox="1"/>
          <p:nvPr/>
        </p:nvSpPr>
        <p:spPr>
          <a:xfrm>
            <a:off x="10370042" y="2705106"/>
            <a:ext cx="5194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✏️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72EAF8E-5000-4E84-98C1-26DE4322C548}"/>
              </a:ext>
            </a:extLst>
          </p:cNvPr>
          <p:cNvSpPr txBox="1"/>
          <p:nvPr/>
        </p:nvSpPr>
        <p:spPr>
          <a:xfrm>
            <a:off x="6196702" y="2731528"/>
            <a:ext cx="5194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✏️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C0ED544-9884-43AD-9922-C8E11265803A}"/>
              </a:ext>
            </a:extLst>
          </p:cNvPr>
          <p:cNvSpPr txBox="1"/>
          <p:nvPr/>
        </p:nvSpPr>
        <p:spPr>
          <a:xfrm>
            <a:off x="8223663" y="5250459"/>
            <a:ext cx="5194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✏️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8CAD167C-0820-4A61-B6C4-B8B5B7F521FA}"/>
              </a:ext>
            </a:extLst>
          </p:cNvPr>
          <p:cNvSpPr/>
          <p:nvPr/>
        </p:nvSpPr>
        <p:spPr>
          <a:xfrm>
            <a:off x="4140806" y="5880145"/>
            <a:ext cx="1782860" cy="37651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Crear Programa </a:t>
            </a:r>
          </a:p>
        </p:txBody>
      </p:sp>
    </p:spTree>
    <p:extLst>
      <p:ext uri="{BB962C8B-B14F-4D97-AF65-F5344CB8AC3E}">
        <p14:creationId xmlns:p14="http://schemas.microsoft.com/office/powerpoint/2010/main" val="3860832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14300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Administración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3988451" y="380245"/>
            <a:ext cx="733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Editar Programa: Hotelería y Turismo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Usuarios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🗃️Gestión de Programas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37883" y="3670305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🔔Reportes Generales 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E505EE-FFDB-41C0-A299-5071B8E49EE4}"/>
              </a:ext>
            </a:extLst>
          </p:cNvPr>
          <p:cNvSpPr txBox="1"/>
          <p:nvPr/>
        </p:nvSpPr>
        <p:spPr>
          <a:xfrm>
            <a:off x="537883" y="168233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🗃️Gestionar Sitio 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0DBE868-B571-49F3-9382-415078CD2953}"/>
              </a:ext>
            </a:extLst>
          </p:cNvPr>
          <p:cNvSpPr txBox="1"/>
          <p:nvPr/>
        </p:nvSpPr>
        <p:spPr>
          <a:xfrm>
            <a:off x="560570" y="3244334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Ficha 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5D504A4-D152-4FD0-AEB0-D0AD1B4C629A}"/>
              </a:ext>
            </a:extLst>
          </p:cNvPr>
          <p:cNvSpPr/>
          <p:nvPr/>
        </p:nvSpPr>
        <p:spPr>
          <a:xfrm>
            <a:off x="3988451" y="329452"/>
            <a:ext cx="7642979" cy="447114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FFC6D8D-A348-44F3-BCEE-B69A96A9EE94}"/>
              </a:ext>
            </a:extLst>
          </p:cNvPr>
          <p:cNvSpPr txBox="1"/>
          <p:nvPr/>
        </p:nvSpPr>
        <p:spPr>
          <a:xfrm>
            <a:off x="4120950" y="1128534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Nombre del Programa   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754D656D-74EB-4CE8-A626-95B71E525E6A}"/>
              </a:ext>
            </a:extLst>
          </p:cNvPr>
          <p:cNvSpPr/>
          <p:nvPr/>
        </p:nvSpPr>
        <p:spPr>
          <a:xfrm>
            <a:off x="4217049" y="1625060"/>
            <a:ext cx="3455894" cy="40011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Hotelería y Turismo  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DA9D6FD3-13CC-4198-9BF3-9D39B9182928}"/>
              </a:ext>
            </a:extLst>
          </p:cNvPr>
          <p:cNvSpPr/>
          <p:nvPr/>
        </p:nvSpPr>
        <p:spPr>
          <a:xfrm>
            <a:off x="4217049" y="2857432"/>
            <a:ext cx="3455894" cy="40011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24 meses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DA77516-3141-4F33-8164-B478956E226F}"/>
              </a:ext>
            </a:extLst>
          </p:cNvPr>
          <p:cNvSpPr txBox="1"/>
          <p:nvPr/>
        </p:nvSpPr>
        <p:spPr>
          <a:xfrm>
            <a:off x="4156527" y="23788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Duración 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2A0B78C-8E88-4715-8A59-A1191E433C77}"/>
              </a:ext>
            </a:extLst>
          </p:cNvPr>
          <p:cNvSpPr txBox="1"/>
          <p:nvPr/>
        </p:nvSpPr>
        <p:spPr>
          <a:xfrm>
            <a:off x="8068235" y="119521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Código   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E04A0BB6-0114-4205-82DC-DDFFAD160525}"/>
              </a:ext>
            </a:extLst>
          </p:cNvPr>
          <p:cNvSpPr/>
          <p:nvPr/>
        </p:nvSpPr>
        <p:spPr>
          <a:xfrm>
            <a:off x="8068235" y="1665402"/>
            <a:ext cx="3455894" cy="40011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dirty="0">
                <a:solidFill>
                  <a:schemeClr val="tx1"/>
                </a:solidFill>
              </a:rPr>
              <a:t>1826354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04170E03-999A-4EEA-B013-F6FB80307AD8}"/>
              </a:ext>
            </a:extLst>
          </p:cNvPr>
          <p:cNvSpPr/>
          <p:nvPr/>
        </p:nvSpPr>
        <p:spPr>
          <a:xfrm>
            <a:off x="4217049" y="4170486"/>
            <a:ext cx="1878951" cy="37651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Guardar Cambios 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D1B7855F-4EB1-4699-8A55-102BD4BC59D5}"/>
              </a:ext>
            </a:extLst>
          </p:cNvPr>
          <p:cNvSpPr/>
          <p:nvPr/>
        </p:nvSpPr>
        <p:spPr>
          <a:xfrm>
            <a:off x="6462708" y="4130145"/>
            <a:ext cx="1210235" cy="3765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Cancelar 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70B4D8B7-4D11-418E-82D8-148A9B46E9FC}"/>
              </a:ext>
            </a:extLst>
          </p:cNvPr>
          <p:cNvSpPr/>
          <p:nvPr/>
        </p:nvSpPr>
        <p:spPr>
          <a:xfrm>
            <a:off x="8068235" y="2827449"/>
            <a:ext cx="3455894" cy="40011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dirty="0">
                <a:solidFill>
                  <a:schemeClr val="tx1"/>
                </a:solidFill>
              </a:rPr>
              <a:t>Tecnólogo 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F3D78E2-0B93-4AEC-A590-F0FE474FB8C0}"/>
              </a:ext>
            </a:extLst>
          </p:cNvPr>
          <p:cNvSpPr txBox="1"/>
          <p:nvPr/>
        </p:nvSpPr>
        <p:spPr>
          <a:xfrm>
            <a:off x="8127622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Nivel de Formación   </a:t>
            </a:r>
          </a:p>
        </p:txBody>
      </p:sp>
    </p:spTree>
    <p:extLst>
      <p:ext uri="{BB962C8B-B14F-4D97-AF65-F5344CB8AC3E}">
        <p14:creationId xmlns:p14="http://schemas.microsoft.com/office/powerpoint/2010/main" val="3225725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94982"/>
            <a:ext cx="8015568" cy="6333566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Administración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446494" y="574660"/>
            <a:ext cx="733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Gestión de Usuarios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🗓️Gestión de Usuarios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🗃️Gestión de Programas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37883" y="3670305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🔔Reportes Generales 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E505EE-FFDB-41C0-A299-5071B8E49EE4}"/>
              </a:ext>
            </a:extLst>
          </p:cNvPr>
          <p:cNvSpPr txBox="1"/>
          <p:nvPr/>
        </p:nvSpPr>
        <p:spPr>
          <a:xfrm>
            <a:off x="537883" y="168233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🗃️Gestionar Sitio 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0DBE868-B571-49F3-9382-415078CD2953}"/>
              </a:ext>
            </a:extLst>
          </p:cNvPr>
          <p:cNvSpPr txBox="1"/>
          <p:nvPr/>
        </p:nvSpPr>
        <p:spPr>
          <a:xfrm>
            <a:off x="560570" y="3244334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Ficha 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5846034-AC69-4FB5-965A-27521AD69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824057"/>
              </p:ext>
            </p:extLst>
          </p:nvPr>
        </p:nvGraphicFramePr>
        <p:xfrm>
          <a:off x="3824841" y="1223682"/>
          <a:ext cx="7959265" cy="357331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91853">
                  <a:extLst>
                    <a:ext uri="{9D8B030D-6E8A-4147-A177-3AD203B41FA5}">
                      <a16:colId xmlns:a16="http://schemas.microsoft.com/office/drawing/2014/main" val="3727565536"/>
                    </a:ext>
                  </a:extLst>
                </a:gridCol>
                <a:gridCol w="1591853">
                  <a:extLst>
                    <a:ext uri="{9D8B030D-6E8A-4147-A177-3AD203B41FA5}">
                      <a16:colId xmlns:a16="http://schemas.microsoft.com/office/drawing/2014/main" val="3179004481"/>
                    </a:ext>
                  </a:extLst>
                </a:gridCol>
                <a:gridCol w="1591853">
                  <a:extLst>
                    <a:ext uri="{9D8B030D-6E8A-4147-A177-3AD203B41FA5}">
                      <a16:colId xmlns:a16="http://schemas.microsoft.com/office/drawing/2014/main" val="3542412438"/>
                    </a:ext>
                  </a:extLst>
                </a:gridCol>
                <a:gridCol w="1591853">
                  <a:extLst>
                    <a:ext uri="{9D8B030D-6E8A-4147-A177-3AD203B41FA5}">
                      <a16:colId xmlns:a16="http://schemas.microsoft.com/office/drawing/2014/main" val="2586104446"/>
                    </a:ext>
                  </a:extLst>
                </a:gridCol>
                <a:gridCol w="1591853">
                  <a:extLst>
                    <a:ext uri="{9D8B030D-6E8A-4147-A177-3AD203B41FA5}">
                      <a16:colId xmlns:a16="http://schemas.microsoft.com/office/drawing/2014/main" val="147800441"/>
                    </a:ext>
                  </a:extLst>
                </a:gridCol>
              </a:tblGrid>
              <a:tr h="372913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Nombre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Acciones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36275"/>
                  </a:ext>
                </a:extLst>
              </a:tr>
              <a:tr h="372913">
                <a:tc>
                  <a:txBody>
                    <a:bodyPr/>
                    <a:lstStyle/>
                    <a:p>
                      <a:r>
                        <a:rPr lang="es-CO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Ana López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hlinkClick r:id="rId2"/>
                        </a:rPr>
                        <a:t>Ana.18@Gmail.com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747197"/>
                  </a:ext>
                </a:extLst>
              </a:tr>
              <a:tr h="372913">
                <a:tc>
                  <a:txBody>
                    <a:bodyPr/>
                    <a:lstStyle/>
                    <a:p>
                      <a:r>
                        <a:rPr lang="es-CO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Carlos Pérez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hlinkClick r:id="rId3"/>
                        </a:rPr>
                        <a:t>Carl.p@Gmail.com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76152"/>
                  </a:ext>
                </a:extLst>
              </a:tr>
              <a:tr h="508355">
                <a:tc>
                  <a:txBody>
                    <a:bodyPr/>
                    <a:lstStyle/>
                    <a:p>
                      <a:r>
                        <a:rPr lang="es-CO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Ricardo Gómez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hlinkClick r:id="rId4"/>
                        </a:rPr>
                        <a:t>Ric.10@Gmail.com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683298"/>
                  </a:ext>
                </a:extLst>
              </a:tr>
              <a:tr h="372913">
                <a:tc>
                  <a:txBody>
                    <a:bodyPr/>
                    <a:lstStyle/>
                    <a:p>
                      <a:r>
                        <a:rPr lang="es-CO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Laura Núñez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hlinkClick r:id="rId5"/>
                        </a:rPr>
                        <a:t>Lau.n@Gmail.com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711710"/>
                  </a:ext>
                </a:extLst>
              </a:tr>
              <a:tr h="372913">
                <a:tc>
                  <a:txBody>
                    <a:bodyPr/>
                    <a:lstStyle/>
                    <a:p>
                      <a:r>
                        <a:rPr lang="es-CO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/>
                        <a:t>Carla Montaño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dirty="0">
                          <a:hlinkClick r:id="rId6"/>
                        </a:rPr>
                        <a:t>Mo.23@Gmail.com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423278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55F5C21-1843-4D81-99F9-E363DCF3010D}"/>
              </a:ext>
            </a:extLst>
          </p:cNvPr>
          <p:cNvSpPr txBox="1"/>
          <p:nvPr/>
        </p:nvSpPr>
        <p:spPr>
          <a:xfrm>
            <a:off x="8686800" y="1746902"/>
            <a:ext cx="1371600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Aprendiz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745A004-FFA4-4E23-9289-CBDC33AC2686}"/>
              </a:ext>
            </a:extLst>
          </p:cNvPr>
          <p:cNvSpPr txBox="1"/>
          <p:nvPr/>
        </p:nvSpPr>
        <p:spPr>
          <a:xfrm>
            <a:off x="8686800" y="2403964"/>
            <a:ext cx="1371600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Aprendiz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E78AEA2-64D8-4245-AC3A-62ED38B32E05}"/>
              </a:ext>
            </a:extLst>
          </p:cNvPr>
          <p:cNvSpPr txBox="1"/>
          <p:nvPr/>
        </p:nvSpPr>
        <p:spPr>
          <a:xfrm>
            <a:off x="8686800" y="3010338"/>
            <a:ext cx="1371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Instructor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9105498-E946-4E86-AABE-A8B490C6B2C8}"/>
              </a:ext>
            </a:extLst>
          </p:cNvPr>
          <p:cNvSpPr txBox="1"/>
          <p:nvPr/>
        </p:nvSpPr>
        <p:spPr>
          <a:xfrm>
            <a:off x="8713694" y="3663861"/>
            <a:ext cx="13716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Instructor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B8DC4E8-DDEC-415E-BC3E-CB40598D2E59}"/>
              </a:ext>
            </a:extLst>
          </p:cNvPr>
          <p:cNvSpPr txBox="1"/>
          <p:nvPr/>
        </p:nvSpPr>
        <p:spPr>
          <a:xfrm>
            <a:off x="8579223" y="4334886"/>
            <a:ext cx="1640541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Administración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E9990B0-BBEA-4539-8FE8-79E0952191C3}"/>
              </a:ext>
            </a:extLst>
          </p:cNvPr>
          <p:cNvSpPr txBox="1"/>
          <p:nvPr/>
        </p:nvSpPr>
        <p:spPr>
          <a:xfrm>
            <a:off x="11143115" y="1746902"/>
            <a:ext cx="5194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🗑️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72C91EF-BE52-4C0C-AEB4-E380DBADF61F}"/>
              </a:ext>
            </a:extLst>
          </p:cNvPr>
          <p:cNvSpPr txBox="1"/>
          <p:nvPr/>
        </p:nvSpPr>
        <p:spPr>
          <a:xfrm>
            <a:off x="10452251" y="1750639"/>
            <a:ext cx="5194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✏️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E73305C-3E48-4FCC-B15F-851FB4727F17}"/>
              </a:ext>
            </a:extLst>
          </p:cNvPr>
          <p:cNvSpPr txBox="1"/>
          <p:nvPr/>
        </p:nvSpPr>
        <p:spPr>
          <a:xfrm>
            <a:off x="11158781" y="2417927"/>
            <a:ext cx="5194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🗑️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6DDE150-7DEE-43E3-A5E6-EB4FBC98FA3F}"/>
              </a:ext>
            </a:extLst>
          </p:cNvPr>
          <p:cNvSpPr txBox="1"/>
          <p:nvPr/>
        </p:nvSpPr>
        <p:spPr>
          <a:xfrm>
            <a:off x="11158781" y="3026380"/>
            <a:ext cx="5194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🗑️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0E0BF8A3-CB59-4A37-8788-78CA5B51CB8B}"/>
              </a:ext>
            </a:extLst>
          </p:cNvPr>
          <p:cNvSpPr txBox="1"/>
          <p:nvPr/>
        </p:nvSpPr>
        <p:spPr>
          <a:xfrm>
            <a:off x="11167725" y="3670305"/>
            <a:ext cx="5194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🗑️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7E144C2-EA0F-4580-8EE0-F7B1E1FCD4FD}"/>
              </a:ext>
            </a:extLst>
          </p:cNvPr>
          <p:cNvSpPr txBox="1"/>
          <p:nvPr/>
        </p:nvSpPr>
        <p:spPr>
          <a:xfrm>
            <a:off x="11145043" y="4332239"/>
            <a:ext cx="5194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🗑️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ACA7514-5FBA-4516-B386-16E3FCF7BBA0}"/>
              </a:ext>
            </a:extLst>
          </p:cNvPr>
          <p:cNvSpPr txBox="1"/>
          <p:nvPr/>
        </p:nvSpPr>
        <p:spPr>
          <a:xfrm>
            <a:off x="10452251" y="2390631"/>
            <a:ext cx="5194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✏️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4C745B0-C361-4DDF-A828-33154F93A596}"/>
              </a:ext>
            </a:extLst>
          </p:cNvPr>
          <p:cNvSpPr txBox="1"/>
          <p:nvPr/>
        </p:nvSpPr>
        <p:spPr>
          <a:xfrm>
            <a:off x="10460342" y="3026380"/>
            <a:ext cx="5194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✏️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71DBDE4-C847-4568-81D7-8EEE4C6B4EFE}"/>
              </a:ext>
            </a:extLst>
          </p:cNvPr>
          <p:cNvSpPr txBox="1"/>
          <p:nvPr/>
        </p:nvSpPr>
        <p:spPr>
          <a:xfrm>
            <a:off x="10460342" y="3686553"/>
            <a:ext cx="5194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✏️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31FCEE8-3DA3-4DEB-BC6F-1489FDCF2CE6}"/>
              </a:ext>
            </a:extLst>
          </p:cNvPr>
          <p:cNvSpPr txBox="1"/>
          <p:nvPr/>
        </p:nvSpPr>
        <p:spPr>
          <a:xfrm>
            <a:off x="10505980" y="4302121"/>
            <a:ext cx="5194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✏️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5D09AF7-B91A-40B3-98F8-2AD6D32277A2}"/>
              </a:ext>
            </a:extLst>
          </p:cNvPr>
          <p:cNvSpPr/>
          <p:nvPr/>
        </p:nvSpPr>
        <p:spPr>
          <a:xfrm>
            <a:off x="5903259" y="5177118"/>
            <a:ext cx="1210235" cy="37651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Anterior 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9554BAE9-33F4-4EB9-B974-F3C66B4D5719}"/>
              </a:ext>
            </a:extLst>
          </p:cNvPr>
          <p:cNvSpPr/>
          <p:nvPr/>
        </p:nvSpPr>
        <p:spPr>
          <a:xfrm>
            <a:off x="8189258" y="5136776"/>
            <a:ext cx="1210235" cy="3765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Siguiente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7949F54C-6459-4E49-A7A5-09C43725372B}"/>
              </a:ext>
            </a:extLst>
          </p:cNvPr>
          <p:cNvSpPr/>
          <p:nvPr/>
        </p:nvSpPr>
        <p:spPr>
          <a:xfrm>
            <a:off x="4011139" y="5846063"/>
            <a:ext cx="1210235" cy="37651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Crear  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5DF33D91-191D-4D2F-AAA3-299DEB1922E6}"/>
              </a:ext>
            </a:extLst>
          </p:cNvPr>
          <p:cNvSpPr/>
          <p:nvPr/>
        </p:nvSpPr>
        <p:spPr>
          <a:xfrm>
            <a:off x="5598458" y="5886404"/>
            <a:ext cx="2012577" cy="3765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dirty="0">
                <a:solidFill>
                  <a:schemeClr val="tx1"/>
                </a:solidFill>
              </a:rPr>
              <a:t>Filtrar</a:t>
            </a:r>
          </a:p>
        </p:txBody>
      </p:sp>
    </p:spTree>
    <p:extLst>
      <p:ext uri="{BB962C8B-B14F-4D97-AF65-F5344CB8AC3E}">
        <p14:creationId xmlns:p14="http://schemas.microsoft.com/office/powerpoint/2010/main" val="2083925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14300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Administración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004138" y="470552"/>
            <a:ext cx="7337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Editar Usuario: Ana López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🗓️Gestión de Usuarios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🗃️Gestión de Programas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4928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37883" y="3670305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🔔Reportes Generales 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E505EE-FFDB-41C0-A299-5071B8E49EE4}"/>
              </a:ext>
            </a:extLst>
          </p:cNvPr>
          <p:cNvSpPr txBox="1"/>
          <p:nvPr/>
        </p:nvSpPr>
        <p:spPr>
          <a:xfrm>
            <a:off x="537883" y="168233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🗃️Gestionar Sitio 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0DBE868-B571-49F3-9382-415078CD2953}"/>
              </a:ext>
            </a:extLst>
          </p:cNvPr>
          <p:cNvSpPr txBox="1"/>
          <p:nvPr/>
        </p:nvSpPr>
        <p:spPr>
          <a:xfrm>
            <a:off x="560570" y="3244334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Ficha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10A3CAA-B189-4076-9909-9A7CC09808EC}"/>
              </a:ext>
            </a:extLst>
          </p:cNvPr>
          <p:cNvSpPr/>
          <p:nvPr/>
        </p:nvSpPr>
        <p:spPr>
          <a:xfrm>
            <a:off x="3988451" y="329452"/>
            <a:ext cx="7642979" cy="4471148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3027BE4-8534-4A38-B340-C10D33EE2A57}"/>
              </a:ext>
            </a:extLst>
          </p:cNvPr>
          <p:cNvSpPr/>
          <p:nvPr/>
        </p:nvSpPr>
        <p:spPr>
          <a:xfrm>
            <a:off x="4217049" y="1625060"/>
            <a:ext cx="3455894" cy="40011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Ana María López 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5A41E8C-F919-40DD-9407-130D457D8CB9}"/>
              </a:ext>
            </a:extLst>
          </p:cNvPr>
          <p:cNvSpPr/>
          <p:nvPr/>
        </p:nvSpPr>
        <p:spPr>
          <a:xfrm>
            <a:off x="4217049" y="2857432"/>
            <a:ext cx="3455894" cy="40011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Aprendiz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9380AD7-B17D-4234-B038-7DCD1EAC9F0B}"/>
              </a:ext>
            </a:extLst>
          </p:cNvPr>
          <p:cNvSpPr/>
          <p:nvPr/>
        </p:nvSpPr>
        <p:spPr>
          <a:xfrm>
            <a:off x="8068235" y="1665401"/>
            <a:ext cx="3455894" cy="40011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dirty="0">
                <a:hlinkClick r:id="rId2"/>
              </a:rPr>
              <a:t>Ana.18@Gmail.com</a:t>
            </a:r>
            <a:endParaRPr lang="es-CO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E2C2EBF7-C917-4409-ABBF-6D046B0A2338}"/>
              </a:ext>
            </a:extLst>
          </p:cNvPr>
          <p:cNvSpPr/>
          <p:nvPr/>
        </p:nvSpPr>
        <p:spPr>
          <a:xfrm>
            <a:off x="4217049" y="4170486"/>
            <a:ext cx="1878951" cy="37651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Guardar Cambios 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EF3B2D70-28AF-4632-89CF-AFA059601A42}"/>
              </a:ext>
            </a:extLst>
          </p:cNvPr>
          <p:cNvSpPr/>
          <p:nvPr/>
        </p:nvSpPr>
        <p:spPr>
          <a:xfrm>
            <a:off x="6462708" y="4130145"/>
            <a:ext cx="1210235" cy="37651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>
                <a:solidFill>
                  <a:schemeClr val="tx1"/>
                </a:solidFill>
              </a:rPr>
              <a:t>Cancelar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02C3828-BA39-42C7-A94E-82946F7E8ECE}"/>
              </a:ext>
            </a:extLst>
          </p:cNvPr>
          <p:cNvSpPr txBox="1"/>
          <p:nvPr/>
        </p:nvSpPr>
        <p:spPr>
          <a:xfrm>
            <a:off x="4120950" y="1128534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Nombre Completo 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6C20877-A0CC-4E59-BF0B-4E8A49BBF799}"/>
              </a:ext>
            </a:extLst>
          </p:cNvPr>
          <p:cNvSpPr txBox="1"/>
          <p:nvPr/>
        </p:nvSpPr>
        <p:spPr>
          <a:xfrm>
            <a:off x="4156527" y="23788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Rol  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D443343-2B28-4DEA-A82A-0B3AB246FC04}"/>
              </a:ext>
            </a:extLst>
          </p:cNvPr>
          <p:cNvSpPr txBox="1"/>
          <p:nvPr/>
        </p:nvSpPr>
        <p:spPr>
          <a:xfrm>
            <a:off x="8068235" y="119521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Correo Electrónico   </a:t>
            </a:r>
          </a:p>
        </p:txBody>
      </p:sp>
    </p:spTree>
    <p:extLst>
      <p:ext uri="{BB962C8B-B14F-4D97-AF65-F5344CB8AC3E}">
        <p14:creationId xmlns:p14="http://schemas.microsoft.com/office/powerpoint/2010/main" val="2911600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94982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Administración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4446494" y="574660"/>
            <a:ext cx="733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Mi Ubicación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Usuarios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🗃️Gestión de Programas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37883" y="3670305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🔔Reportes Generales 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E505EE-FFDB-41C0-A299-5071B8E49EE4}"/>
              </a:ext>
            </a:extLst>
          </p:cNvPr>
          <p:cNvSpPr txBox="1"/>
          <p:nvPr/>
        </p:nvSpPr>
        <p:spPr>
          <a:xfrm>
            <a:off x="537883" y="168233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🗃️Gestionar Sitio 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0DBE868-B571-49F3-9382-415078CD2953}"/>
              </a:ext>
            </a:extLst>
          </p:cNvPr>
          <p:cNvSpPr txBox="1"/>
          <p:nvPr/>
        </p:nvSpPr>
        <p:spPr>
          <a:xfrm>
            <a:off x="560570" y="3244334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Ficha 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DBDE33D-C4E6-46B6-B9D0-3D08F9AB0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971" y="1358153"/>
            <a:ext cx="6251087" cy="410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71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-6723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Administración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3988451" y="380245"/>
            <a:ext cx="733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Gestión Programas de Formación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Usuarios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🗃️Gestión de Programas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37883" y="3670305"/>
            <a:ext cx="3055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🔔Reportes Generales 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E505EE-FFDB-41C0-A299-5071B8E49EE4}"/>
              </a:ext>
            </a:extLst>
          </p:cNvPr>
          <p:cNvSpPr txBox="1"/>
          <p:nvPr/>
        </p:nvSpPr>
        <p:spPr>
          <a:xfrm>
            <a:off x="537883" y="1682339"/>
            <a:ext cx="305528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🗃️Gestionar Sitio 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0DBE868-B571-49F3-9382-415078CD2953}"/>
              </a:ext>
            </a:extLst>
          </p:cNvPr>
          <p:cNvSpPr txBox="1"/>
          <p:nvPr/>
        </p:nvSpPr>
        <p:spPr>
          <a:xfrm>
            <a:off x="560570" y="3244334"/>
            <a:ext cx="30552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🗓️Gestión de Ficha 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B64DC1A-B190-4D86-9453-7B5F868CAC57}"/>
              </a:ext>
            </a:extLst>
          </p:cNvPr>
          <p:cNvSpPr/>
          <p:nvPr/>
        </p:nvSpPr>
        <p:spPr>
          <a:xfrm>
            <a:off x="3988451" y="1427282"/>
            <a:ext cx="3402667" cy="2186384"/>
          </a:xfrm>
          <a:prstGeom prst="rect">
            <a:avLst/>
          </a:prstGeom>
          <a:solidFill>
            <a:srgbClr val="66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96A0B38-3D3A-4156-A4A9-0C9131AC0773}"/>
              </a:ext>
            </a:extLst>
          </p:cNvPr>
          <p:cNvSpPr/>
          <p:nvPr/>
        </p:nvSpPr>
        <p:spPr>
          <a:xfrm>
            <a:off x="8148075" y="1427282"/>
            <a:ext cx="3402667" cy="2186384"/>
          </a:xfrm>
          <a:prstGeom prst="rect">
            <a:avLst/>
          </a:prstGeom>
          <a:solidFill>
            <a:srgbClr val="66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DF71FBB-5FC0-42D7-AC6E-8F02F44A8ED3}"/>
              </a:ext>
            </a:extLst>
          </p:cNvPr>
          <p:cNvSpPr/>
          <p:nvPr/>
        </p:nvSpPr>
        <p:spPr>
          <a:xfrm>
            <a:off x="5955922" y="3944610"/>
            <a:ext cx="3402667" cy="2186384"/>
          </a:xfrm>
          <a:prstGeom prst="rect">
            <a:avLst/>
          </a:prstGeom>
          <a:solidFill>
            <a:srgbClr val="66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2C13EF7-F808-461C-A29C-587376A53439}"/>
              </a:ext>
            </a:extLst>
          </p:cNvPr>
          <p:cNvSpPr txBox="1"/>
          <p:nvPr/>
        </p:nvSpPr>
        <p:spPr>
          <a:xfrm>
            <a:off x="4043926" y="1409500"/>
            <a:ext cx="35931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Ficha #3173978</a:t>
            </a:r>
          </a:p>
          <a:p>
            <a:endParaRPr lang="es-CO" b="1" dirty="0"/>
          </a:p>
          <a:p>
            <a:r>
              <a:rPr lang="es-CO" b="1" dirty="0"/>
              <a:t>Programa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: Equipos</a:t>
            </a:r>
            <a:endParaRPr lang="es-CO" b="1" dirty="0"/>
          </a:p>
          <a:p>
            <a:r>
              <a:rPr lang="es-CO" b="1" dirty="0"/>
              <a:t>Instructor: </a:t>
            </a:r>
            <a:r>
              <a:rPr lang="es-CO" b="1" dirty="0">
                <a:solidFill>
                  <a:schemeClr val="bg2">
                    <a:lumMod val="50000"/>
                  </a:schemeClr>
                </a:solidFill>
              </a:rPr>
              <a:t>Ricardo Gómez</a:t>
            </a:r>
            <a:endParaRPr lang="es-CO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s-CO" b="1" dirty="0"/>
              <a:t>Nivel: 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Tecnólogo</a:t>
            </a:r>
          </a:p>
          <a:p>
            <a:r>
              <a:rPr lang="es-CO" b="1" dirty="0"/>
              <a:t>Duración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: 24 meses </a:t>
            </a:r>
          </a:p>
          <a:p>
            <a:r>
              <a:rPr lang="es-CO" b="1" dirty="0"/>
              <a:t>Jornada: </a:t>
            </a:r>
            <a:r>
              <a:rPr lang="es-CO" b="1" dirty="0">
                <a:solidFill>
                  <a:schemeClr val="bg2">
                    <a:lumMod val="50000"/>
                  </a:schemeClr>
                </a:solidFill>
              </a:rPr>
              <a:t>Diurna</a:t>
            </a:r>
          </a:p>
          <a:p>
            <a:r>
              <a:rPr lang="es-CO" b="1" dirty="0"/>
              <a:t>Aprendices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: 30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5EFCAD0-6182-4012-8B45-DFB88EA7AF3A}"/>
              </a:ext>
            </a:extLst>
          </p:cNvPr>
          <p:cNvSpPr txBox="1"/>
          <p:nvPr/>
        </p:nvSpPr>
        <p:spPr>
          <a:xfrm>
            <a:off x="6807696" y="3147187"/>
            <a:ext cx="5194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🗑️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24C002D-B42E-468A-86A4-8C7C99DCD7DA}"/>
              </a:ext>
            </a:extLst>
          </p:cNvPr>
          <p:cNvSpPr txBox="1"/>
          <p:nvPr/>
        </p:nvSpPr>
        <p:spPr>
          <a:xfrm>
            <a:off x="10975802" y="3170816"/>
            <a:ext cx="5194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🗑️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3506ED7-1EE0-4FF7-B736-985F54B27F67}"/>
              </a:ext>
            </a:extLst>
          </p:cNvPr>
          <p:cNvSpPr txBox="1"/>
          <p:nvPr/>
        </p:nvSpPr>
        <p:spPr>
          <a:xfrm>
            <a:off x="8799416" y="5676979"/>
            <a:ext cx="51940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🗑️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26F2F99-8177-4E5C-B909-F0B95ACF841F}"/>
              </a:ext>
            </a:extLst>
          </p:cNvPr>
          <p:cNvSpPr txBox="1"/>
          <p:nvPr/>
        </p:nvSpPr>
        <p:spPr>
          <a:xfrm>
            <a:off x="10400863" y="3170816"/>
            <a:ext cx="5194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✏️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72EAF8E-5000-4E84-98C1-26DE4322C548}"/>
              </a:ext>
            </a:extLst>
          </p:cNvPr>
          <p:cNvSpPr txBox="1"/>
          <p:nvPr/>
        </p:nvSpPr>
        <p:spPr>
          <a:xfrm>
            <a:off x="6239975" y="3163979"/>
            <a:ext cx="5194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✏️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C0ED544-9884-43AD-9922-C8E11265803A}"/>
              </a:ext>
            </a:extLst>
          </p:cNvPr>
          <p:cNvSpPr txBox="1"/>
          <p:nvPr/>
        </p:nvSpPr>
        <p:spPr>
          <a:xfrm>
            <a:off x="8240243" y="5696324"/>
            <a:ext cx="5194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✏️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8CAD167C-0820-4A61-B6C4-B8B5B7F521FA}"/>
              </a:ext>
            </a:extLst>
          </p:cNvPr>
          <p:cNvSpPr/>
          <p:nvPr/>
        </p:nvSpPr>
        <p:spPr>
          <a:xfrm>
            <a:off x="3988451" y="5772153"/>
            <a:ext cx="1782860" cy="37651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Crear Programa 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3EF70979-D85C-47AF-97E8-10773037C7FE}"/>
              </a:ext>
            </a:extLst>
          </p:cNvPr>
          <p:cNvSpPr txBox="1"/>
          <p:nvPr/>
        </p:nvSpPr>
        <p:spPr>
          <a:xfrm>
            <a:off x="8224555" y="1366312"/>
            <a:ext cx="35931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Ficha #3173978</a:t>
            </a:r>
          </a:p>
          <a:p>
            <a:endParaRPr lang="es-CO" b="1" dirty="0"/>
          </a:p>
          <a:p>
            <a:r>
              <a:rPr lang="es-CO" b="1" dirty="0"/>
              <a:t>Programa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: Hotelería </a:t>
            </a:r>
            <a:endParaRPr lang="es-CO" b="1" dirty="0"/>
          </a:p>
          <a:p>
            <a:r>
              <a:rPr lang="es-CO" b="1" dirty="0"/>
              <a:t>Instructor: </a:t>
            </a:r>
            <a:r>
              <a:rPr lang="es-CO" b="1" dirty="0">
                <a:solidFill>
                  <a:schemeClr val="bg2">
                    <a:lumMod val="50000"/>
                  </a:schemeClr>
                </a:solidFill>
              </a:rPr>
              <a:t>Oscar Neira</a:t>
            </a:r>
            <a:endParaRPr lang="es-CO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s-CO" b="1" dirty="0"/>
              <a:t>Nivel: 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Tecnólogo</a:t>
            </a:r>
          </a:p>
          <a:p>
            <a:r>
              <a:rPr lang="es-CO" b="1" dirty="0"/>
              <a:t>Duración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: 24 meses </a:t>
            </a:r>
          </a:p>
          <a:p>
            <a:r>
              <a:rPr lang="es-CO" b="1" dirty="0"/>
              <a:t>Jornada: </a:t>
            </a:r>
            <a:r>
              <a:rPr lang="es-CO" b="1" dirty="0">
                <a:solidFill>
                  <a:schemeClr val="bg2">
                    <a:lumMod val="50000"/>
                  </a:schemeClr>
                </a:solidFill>
              </a:rPr>
              <a:t>Nocturna</a:t>
            </a:r>
          </a:p>
          <a:p>
            <a:r>
              <a:rPr lang="es-CO" b="1" dirty="0"/>
              <a:t>Aprendices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: 30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6027409-004D-4CA4-BED5-683EAA52B5D6}"/>
              </a:ext>
            </a:extLst>
          </p:cNvPr>
          <p:cNvSpPr txBox="1"/>
          <p:nvPr/>
        </p:nvSpPr>
        <p:spPr>
          <a:xfrm>
            <a:off x="5973295" y="3857853"/>
            <a:ext cx="35931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Ficha #3173978</a:t>
            </a:r>
          </a:p>
          <a:p>
            <a:endParaRPr lang="es-CO" b="1" dirty="0"/>
          </a:p>
          <a:p>
            <a:r>
              <a:rPr lang="es-CO" b="1" dirty="0"/>
              <a:t>Programa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: Equipos</a:t>
            </a:r>
            <a:endParaRPr lang="es-CO" b="1" dirty="0"/>
          </a:p>
          <a:p>
            <a:r>
              <a:rPr lang="es-CO" b="1" dirty="0"/>
              <a:t>Instructor: </a:t>
            </a:r>
            <a:r>
              <a:rPr lang="es-CO" b="1" dirty="0">
                <a:solidFill>
                  <a:schemeClr val="bg2">
                    <a:lumMod val="50000"/>
                  </a:schemeClr>
                </a:solidFill>
              </a:rPr>
              <a:t>Laura Gómez</a:t>
            </a:r>
            <a:endParaRPr lang="es-CO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s-CO" b="1" dirty="0"/>
              <a:t>Nivel: 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Tecnólogo</a:t>
            </a:r>
          </a:p>
          <a:p>
            <a:r>
              <a:rPr lang="es-CO" b="1" dirty="0"/>
              <a:t>Duración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: 15 meses </a:t>
            </a:r>
          </a:p>
          <a:p>
            <a:r>
              <a:rPr lang="es-CO" b="1" dirty="0"/>
              <a:t>Jornada: </a:t>
            </a:r>
            <a:r>
              <a:rPr lang="es-CO" b="1" dirty="0">
                <a:solidFill>
                  <a:schemeClr val="bg2">
                    <a:lumMod val="50000"/>
                  </a:schemeClr>
                </a:solidFill>
              </a:rPr>
              <a:t>Mixta</a:t>
            </a:r>
          </a:p>
          <a:p>
            <a:r>
              <a:rPr lang="es-CO" b="1" dirty="0"/>
              <a:t>Aprendices</a:t>
            </a:r>
            <a:r>
              <a:rPr lang="es-CO" dirty="0">
                <a:solidFill>
                  <a:schemeClr val="bg2">
                    <a:lumMod val="50000"/>
                  </a:schemeClr>
                </a:solidFill>
              </a:rPr>
              <a:t>: 25</a:t>
            </a:r>
          </a:p>
        </p:txBody>
      </p:sp>
    </p:spTree>
    <p:extLst>
      <p:ext uri="{BB962C8B-B14F-4D97-AF65-F5344CB8AC3E}">
        <p14:creationId xmlns:p14="http://schemas.microsoft.com/office/powerpoint/2010/main" val="26961861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B38F820-DFF4-499A-AB8E-FECF2C8F32A2}"/>
              </a:ext>
            </a:extLst>
          </p:cNvPr>
          <p:cNvSpPr/>
          <p:nvPr/>
        </p:nvSpPr>
        <p:spPr>
          <a:xfrm>
            <a:off x="374276" y="174811"/>
            <a:ext cx="11443447" cy="63335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01E484-80F7-4A2E-92E4-1AAEB40F83F2}"/>
              </a:ext>
            </a:extLst>
          </p:cNvPr>
          <p:cNvSpPr/>
          <p:nvPr/>
        </p:nvSpPr>
        <p:spPr>
          <a:xfrm>
            <a:off x="3802154" y="154640"/>
            <a:ext cx="8015568" cy="63335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C244D6C-FB1A-463A-A2D8-3761E2B9B6CB}"/>
              </a:ext>
            </a:extLst>
          </p:cNvPr>
          <p:cNvSpPr txBox="1"/>
          <p:nvPr/>
        </p:nvSpPr>
        <p:spPr>
          <a:xfrm>
            <a:off x="374275" y="393609"/>
            <a:ext cx="3427879" cy="95410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 </a:t>
            </a:r>
            <a:r>
              <a:rPr lang="es-CO" sz="2800" dirty="0">
                <a:latin typeface="Arial Black" panose="020B0A04020102020204" pitchFamily="34" charset="0"/>
              </a:rPr>
              <a:t>Panel Administración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96557F-3672-4E13-BA78-4999C55C8C3A}"/>
              </a:ext>
            </a:extLst>
          </p:cNvPr>
          <p:cNvSpPr txBox="1"/>
          <p:nvPr/>
        </p:nvSpPr>
        <p:spPr>
          <a:xfrm>
            <a:off x="3988451" y="329452"/>
            <a:ext cx="7337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Arial" panose="020B0604020202020204" pitchFamily="34" charset="0"/>
                <a:cs typeface="Arial" panose="020B0604020202020204" pitchFamily="34" charset="0"/>
              </a:rPr>
              <a:t>Reportes y Estadísticas Generales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040668A-EE88-4736-9FE5-B35885C18FA6}"/>
              </a:ext>
            </a:extLst>
          </p:cNvPr>
          <p:cNvSpPr txBox="1"/>
          <p:nvPr/>
        </p:nvSpPr>
        <p:spPr>
          <a:xfrm>
            <a:off x="544883" y="248297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Usuarios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ADF661-257E-46E9-97D0-8A1755CA0BCE}"/>
              </a:ext>
            </a:extLst>
          </p:cNvPr>
          <p:cNvSpPr txBox="1"/>
          <p:nvPr/>
        </p:nvSpPr>
        <p:spPr>
          <a:xfrm>
            <a:off x="544883" y="210392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🗃️Gestión de Programa 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F3FC871-440F-469A-990B-D5B15CAAC738}"/>
              </a:ext>
            </a:extLst>
          </p:cNvPr>
          <p:cNvSpPr txBox="1"/>
          <p:nvPr/>
        </p:nvSpPr>
        <p:spPr>
          <a:xfrm>
            <a:off x="544883" y="2908948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📍Mi Ubicación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05DDFE5-5D33-4961-A2C2-D19C70CDFA8C}"/>
              </a:ext>
            </a:extLst>
          </p:cNvPr>
          <p:cNvSpPr/>
          <p:nvPr/>
        </p:nvSpPr>
        <p:spPr>
          <a:xfrm>
            <a:off x="374276" y="5688106"/>
            <a:ext cx="3427879" cy="8606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380EDE-932D-44B2-9FF4-C422C160A479}"/>
              </a:ext>
            </a:extLst>
          </p:cNvPr>
          <p:cNvSpPr txBox="1"/>
          <p:nvPr/>
        </p:nvSpPr>
        <p:spPr>
          <a:xfrm>
            <a:off x="537883" y="3670305"/>
            <a:ext cx="305528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dirty="0"/>
              <a:t>🔔Reportes Generales 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06E42-677C-4BC2-82D8-BBB8CB390C11}"/>
              </a:ext>
            </a:extLst>
          </p:cNvPr>
          <p:cNvSpPr txBox="1"/>
          <p:nvPr/>
        </p:nvSpPr>
        <p:spPr>
          <a:xfrm>
            <a:off x="537883" y="5846063"/>
            <a:ext cx="260172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500" b="1" dirty="0"/>
              <a:t>🧑Cerrar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AE505EE-FFDB-41C0-A299-5071B8E49EE4}"/>
              </a:ext>
            </a:extLst>
          </p:cNvPr>
          <p:cNvSpPr txBox="1"/>
          <p:nvPr/>
        </p:nvSpPr>
        <p:spPr>
          <a:xfrm>
            <a:off x="537883" y="168233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🗃️Gestionar Sitio 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0DBE868-B571-49F3-9382-415078CD2953}"/>
              </a:ext>
            </a:extLst>
          </p:cNvPr>
          <p:cNvSpPr txBox="1"/>
          <p:nvPr/>
        </p:nvSpPr>
        <p:spPr>
          <a:xfrm>
            <a:off x="560570" y="3244334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🗓️Gestión de Ficha 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71C0EC5-680C-492A-B19F-F83E02176A67}"/>
              </a:ext>
            </a:extLst>
          </p:cNvPr>
          <p:cNvSpPr/>
          <p:nvPr/>
        </p:nvSpPr>
        <p:spPr>
          <a:xfrm>
            <a:off x="3988451" y="1347716"/>
            <a:ext cx="2909890" cy="11352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6E36AE8C-F4B1-4F1E-ABFD-F2846F678DE7}"/>
              </a:ext>
            </a:extLst>
          </p:cNvPr>
          <p:cNvSpPr/>
          <p:nvPr/>
        </p:nvSpPr>
        <p:spPr>
          <a:xfrm>
            <a:off x="7259725" y="1347716"/>
            <a:ext cx="2909890" cy="11352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5816045B-483A-4F2E-9D39-1F11501EB8BF}"/>
              </a:ext>
            </a:extLst>
          </p:cNvPr>
          <p:cNvSpPr/>
          <p:nvPr/>
        </p:nvSpPr>
        <p:spPr>
          <a:xfrm>
            <a:off x="7259725" y="2910943"/>
            <a:ext cx="2909890" cy="11352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E95744DB-91DD-4CE9-AFE0-1530D7AF77AC}"/>
              </a:ext>
            </a:extLst>
          </p:cNvPr>
          <p:cNvSpPr/>
          <p:nvPr/>
        </p:nvSpPr>
        <p:spPr>
          <a:xfrm>
            <a:off x="4075995" y="2978021"/>
            <a:ext cx="2909890" cy="11352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F5030320-E72A-473F-9C31-D835FDFB66C8}"/>
              </a:ext>
            </a:extLst>
          </p:cNvPr>
          <p:cNvSpPr/>
          <p:nvPr/>
        </p:nvSpPr>
        <p:spPr>
          <a:xfrm>
            <a:off x="4075995" y="4743199"/>
            <a:ext cx="2909890" cy="11352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938A055C-1342-4598-B8C3-81AAD458DCA2}"/>
              </a:ext>
            </a:extLst>
          </p:cNvPr>
          <p:cNvSpPr/>
          <p:nvPr/>
        </p:nvSpPr>
        <p:spPr>
          <a:xfrm>
            <a:off x="7259725" y="4769095"/>
            <a:ext cx="2909890" cy="11352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E073F7-99FB-468C-8EE7-EE62D0B9D265}"/>
              </a:ext>
            </a:extLst>
          </p:cNvPr>
          <p:cNvSpPr txBox="1"/>
          <p:nvPr/>
        </p:nvSpPr>
        <p:spPr>
          <a:xfrm>
            <a:off x="4075995" y="1318311"/>
            <a:ext cx="1275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/>
              <a:t>150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9B236A4-224A-4B73-8567-932D77DCCFA6}"/>
              </a:ext>
            </a:extLst>
          </p:cNvPr>
          <p:cNvSpPr txBox="1"/>
          <p:nvPr/>
        </p:nvSpPr>
        <p:spPr>
          <a:xfrm>
            <a:off x="7308891" y="1307375"/>
            <a:ext cx="1275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/>
              <a:t>120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215232C-4321-4601-BD27-4D8E32E972AB}"/>
              </a:ext>
            </a:extLst>
          </p:cNvPr>
          <p:cNvSpPr txBox="1"/>
          <p:nvPr/>
        </p:nvSpPr>
        <p:spPr>
          <a:xfrm>
            <a:off x="4167462" y="2937680"/>
            <a:ext cx="1275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/>
              <a:t>25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7A3E5BF-8F63-4218-ACA5-AE89A9134E98}"/>
              </a:ext>
            </a:extLst>
          </p:cNvPr>
          <p:cNvSpPr txBox="1"/>
          <p:nvPr/>
        </p:nvSpPr>
        <p:spPr>
          <a:xfrm>
            <a:off x="7308891" y="2879729"/>
            <a:ext cx="1275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/>
              <a:t>4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7F90B24-F1AF-442C-85FF-59CDEEDB2D67}"/>
              </a:ext>
            </a:extLst>
          </p:cNvPr>
          <p:cNvSpPr txBox="1"/>
          <p:nvPr/>
        </p:nvSpPr>
        <p:spPr>
          <a:xfrm>
            <a:off x="4167462" y="4693809"/>
            <a:ext cx="1275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/>
              <a:t>5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DD84098-DBDB-4E01-AA3E-CF8E376E7CD4}"/>
              </a:ext>
            </a:extLst>
          </p:cNvPr>
          <p:cNvSpPr txBox="1"/>
          <p:nvPr/>
        </p:nvSpPr>
        <p:spPr>
          <a:xfrm>
            <a:off x="7438736" y="4693809"/>
            <a:ext cx="1275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4000" b="1" dirty="0"/>
              <a:t>36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A723740-C0B2-4FF2-8C12-7DC3D212B03C}"/>
              </a:ext>
            </a:extLst>
          </p:cNvPr>
          <p:cNvSpPr txBox="1"/>
          <p:nvPr/>
        </p:nvSpPr>
        <p:spPr>
          <a:xfrm>
            <a:off x="3988451" y="203850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Usuarios Totales 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2A0EAFB-B139-4A9F-8DB6-6F347636B759}"/>
              </a:ext>
            </a:extLst>
          </p:cNvPr>
          <p:cNvSpPr txBox="1"/>
          <p:nvPr/>
        </p:nvSpPr>
        <p:spPr>
          <a:xfrm>
            <a:off x="7293761" y="2059889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Aprendices  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A260339-6F61-4B61-AABE-77AFDAC6A477}"/>
              </a:ext>
            </a:extLst>
          </p:cNvPr>
          <p:cNvSpPr txBox="1"/>
          <p:nvPr/>
        </p:nvSpPr>
        <p:spPr>
          <a:xfrm>
            <a:off x="4099945" y="3764121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Instructores  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5076EB6-5200-4864-B9E7-CF1DE24E2486}"/>
              </a:ext>
            </a:extLst>
          </p:cNvPr>
          <p:cNvSpPr txBox="1"/>
          <p:nvPr/>
        </p:nvSpPr>
        <p:spPr>
          <a:xfrm>
            <a:off x="7259725" y="3685507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Programas Totales 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BC2EFCC-35CD-47CA-AAFC-62846934DA2B}"/>
              </a:ext>
            </a:extLst>
          </p:cNvPr>
          <p:cNvSpPr txBox="1"/>
          <p:nvPr/>
        </p:nvSpPr>
        <p:spPr>
          <a:xfrm>
            <a:off x="4083974" y="5503440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Administradores 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C1A7300-A0F3-4228-8A9C-9803F07D7937}"/>
              </a:ext>
            </a:extLst>
          </p:cNvPr>
          <p:cNvSpPr txBox="1"/>
          <p:nvPr/>
        </p:nvSpPr>
        <p:spPr>
          <a:xfrm>
            <a:off x="7293760" y="5535024"/>
            <a:ext cx="3055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Fichas Activas </a:t>
            </a:r>
          </a:p>
        </p:txBody>
      </p:sp>
    </p:spTree>
    <p:extLst>
      <p:ext uri="{BB962C8B-B14F-4D97-AF65-F5344CB8AC3E}">
        <p14:creationId xmlns:p14="http://schemas.microsoft.com/office/powerpoint/2010/main" val="3695572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2680</TotalTime>
  <Words>1493</Words>
  <Application>Microsoft Office PowerPoint</Application>
  <PresentationFormat>Panorámica</PresentationFormat>
  <Paragraphs>521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eliza gord</dc:creator>
  <cp:lastModifiedBy>eliza gord</cp:lastModifiedBy>
  <cp:revision>37</cp:revision>
  <dcterms:created xsi:type="dcterms:W3CDTF">2025-11-19T23:02:21Z</dcterms:created>
  <dcterms:modified xsi:type="dcterms:W3CDTF">2025-11-21T19:43:18Z</dcterms:modified>
</cp:coreProperties>
</file>